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5" r:id="rId5"/>
  </p:sldMasterIdLst>
  <p:notesMasterIdLst>
    <p:notesMasterId r:id="rId8"/>
  </p:notesMasterIdLst>
  <p:handoutMasterIdLst>
    <p:handoutMasterId r:id="rId24"/>
  </p:handoutMasterIdLst>
  <p:sldIdLst>
    <p:sldId id="283" r:id="rId6"/>
    <p:sldId id="447" r:id="rId7"/>
    <p:sldId id="4297" r:id="rId9"/>
    <p:sldId id="4211" r:id="rId22"/>
    <p:sldId id="4519" r:id="rId23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447"/>
            <p14:sldId id="4297"/>
            <p14:sldId id="4618"/>
            <p14:sldId id="4619"/>
            <p14:sldId id="4620"/>
            <p14:sldId id="4621"/>
            <p14:sldId id="4622"/>
            <p14:sldId id="4623"/>
            <p14:sldId id="4624"/>
            <p14:sldId id="4625"/>
            <p14:sldId id="4626"/>
            <p14:sldId id="4627"/>
            <p14:sldId id="4628"/>
            <p14:sldId id="4629"/>
          </p14:sldIdLst>
        </p14:section>
        <p14:section name="章节页" id="{FD05EE94-C931-8C4B-83A2-004B32AA1207}">
          <p14:sldIdLst>
            <p14:sldId id="4211"/>
          </p14:sldIdLst>
        </p14:section>
        <p14:section name="结束页" id="{3F9D54A7-3BE2-2540-BB4C-DFE5509085F3}">
          <p14:sldIdLst>
            <p14:sldId id="4519"/>
          </p14:sldIdLst>
        </p14:section>
      </p14:sectionLst>
    </p:ext>
    <p:ext uri="{EFAFB233-063F-42B5-8137-9DF3F51BA10A}">
      <p15:sldGuideLst xmlns:p15="http://schemas.microsoft.com/office/powerpoint/2012/main">
        <p15:guide id="5" pos="3736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2" autoAdjust="0"/>
    <p:restoredTop sz="96291"/>
  </p:normalViewPr>
  <p:slideViewPr>
    <p:cSldViewPr snapToGrid="0" snapToObjects="1" showGuides="1">
      <p:cViewPr varScale="1">
        <p:scale>
          <a:sx n="82" d="100"/>
          <a:sy n="82" d="100"/>
        </p:scale>
        <p:origin x="307" y="72"/>
      </p:cViewPr>
      <p:guideLst>
        <p:guide pos="3736"/>
        <p:guide orient="horz" pos="2159"/>
        <p:guide pos="35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/>
        </p:nvSpPr>
        <p:spPr>
          <a:xfrm>
            <a:off x="-5955" y="6577014"/>
            <a:ext cx="479963" cy="27699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 algn="ctr">
              <a:defRPr sz="1200"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1pPr>
          </a:lstStyle>
          <a:p>
            <a:pPr lvl="0">
              <a:defRPr sz="1800"/>
            </a:pPr>
            <a:r>
              <a:rPr sz="1200"/>
              <a:t>‹#›</a:t>
            </a:r>
            <a:endParaRPr sz="1200"/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1020331" y="1553765"/>
            <a:ext cx="4716719" cy="5304236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40404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800">
                <a:solidFill>
                  <a:srgbClr val="404040"/>
                </a:solidFill>
              </a:rPr>
              <a:t>单击此处编辑母版文本样式</a:t>
            </a:r>
            <a:endParaRPr sz="80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图片占位符 5"/>
          <p:cNvSpPr>
            <a:spLocks noGrp="1"/>
          </p:cNvSpPr>
          <p:nvPr>
            <p:ph type="pic" idx="13"/>
          </p:nvPr>
        </p:nvSpPr>
        <p:spPr>
          <a:xfrm>
            <a:off x="1053877" y="1464945"/>
            <a:ext cx="2322907" cy="504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278" y="5970030"/>
            <a:ext cx="2255476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1000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332" y="6321130"/>
            <a:ext cx="1268407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989" y="5237637"/>
            <a:ext cx="1868614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</p:nvPr>
        </p:nvSpPr>
        <p:spPr>
          <a:xfrm>
            <a:off x="898996" y="907092"/>
            <a:ext cx="10204433" cy="6902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整合分发</a:t>
            </a:r>
            <a:r>
              <a:rPr lang="en-US" altLang="zh-CN" dirty="0"/>
              <a:t>-</a:t>
            </a:r>
            <a:r>
              <a:rPr lang="zh-CN" altLang="en-US" dirty="0"/>
              <a:t>社交</a:t>
            </a:r>
            <a:r>
              <a:rPr lang="en-US" altLang="zh-CN" dirty="0"/>
              <a:t>/</a:t>
            </a:r>
            <a:r>
              <a:rPr lang="zh-CN" altLang="en-US" dirty="0"/>
              <a:t>视频</a:t>
            </a:r>
            <a:r>
              <a:rPr lang="en-US" altLang="zh-CN" dirty="0"/>
              <a:t>/</a:t>
            </a:r>
            <a:r>
              <a:rPr lang="zh-CN" altLang="en-US" dirty="0"/>
              <a:t>论坛类平台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供应商：</a:t>
            </a:r>
            <a:endParaRPr lang="en-US" altLang="zh-CN" dirty="0"/>
          </a:p>
          <a:p>
            <a:r>
              <a:rPr lang="zh-CN" altLang="en-US" dirty="0"/>
              <a:t>日期：</a:t>
            </a:r>
            <a:endParaRPr lang="en-US" dirty="0"/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359219" y="1048215"/>
            <a:ext cx="10087789" cy="111515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miter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75" name="Shape 75"/>
          <p:cNvSpPr/>
          <p:nvPr/>
        </p:nvSpPr>
        <p:spPr>
          <a:xfrm>
            <a:off x="571092" y="524994"/>
            <a:ext cx="1015659" cy="369328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>
            <a:lvl1pPr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dirty="0" err="1"/>
              <a:t>数据列表</a:t>
            </a:r>
            <a:endParaRPr dirty="0"/>
          </a:p>
        </p:txBody>
      </p:sp>
      <p:sp>
        <p:nvSpPr>
          <p:cNvPr id="2" name="Shape 67"/>
          <p:cNvSpPr/>
          <p:nvPr/>
        </p:nvSpPr>
        <p:spPr>
          <a:xfrm>
            <a:off x="571091" y="1253000"/>
            <a:ext cx="10213848" cy="58105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此处截图框架中对应的报价条目</a:t>
            </a:r>
            <a:endParaRPr lang="en-US" altLang="zh-CN" sz="2400" b="1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14750" y="2985770"/>
            <a:ext cx="5907405" cy="99885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空着这页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359219" y="1048215"/>
            <a:ext cx="10087789" cy="111515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miter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75" name="Shape 75"/>
          <p:cNvSpPr/>
          <p:nvPr/>
        </p:nvSpPr>
        <p:spPr>
          <a:xfrm>
            <a:off x="571092" y="524994"/>
            <a:ext cx="1015659" cy="369328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>
            <a:lvl1pPr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zh-CN" altLang="en-US" dirty="0"/>
              <a:t>传播概述</a:t>
            </a:r>
            <a:endParaRPr dirty="0"/>
          </a:p>
        </p:txBody>
      </p:sp>
      <p:sp>
        <p:nvSpPr>
          <p:cNvPr id="5" name="Shape 67"/>
          <p:cNvSpPr/>
          <p:nvPr/>
        </p:nvSpPr>
        <p:spPr>
          <a:xfrm>
            <a:off x="296188" y="1185962"/>
            <a:ext cx="10213848" cy="643890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整合分发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社交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视频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论坛类平台*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250</a:t>
            </a:r>
            <a:endParaRPr lang="en-US" altLang="zh-CN" sz="2400" b="1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58328" y="-1187037"/>
            <a:ext cx="309880" cy="532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3163" y="461301"/>
            <a:ext cx="5926220" cy="36830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3163" y="1099820"/>
            <a:ext cx="6345555" cy="437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t>https://v.douyin.com/1IGOVV7vols/</a:t>
            </a:r>
          </a:p>
        </p:txBody>
      </p:sp>
      <p:sp>
        <p:nvSpPr>
          <p:cNvPr id="6" name="Shape 82"/>
          <p:cNvSpPr/>
          <p:nvPr>
            <p:custDataLst>
              <p:tags r:id="rId1"/>
            </p:custDataLst>
          </p:nvPr>
        </p:nvSpPr>
        <p:spPr>
          <a:xfrm>
            <a:off x="82386" y="105287"/>
            <a:ext cx="5848251" cy="643935"/>
          </a:xfrm>
          <a:prstGeom prst="rect">
            <a:avLst/>
          </a:prstGeom>
          <a:ln w="12700">
            <a:miter lim="400000"/>
          </a:ln>
        </p:spPr>
        <p:txBody>
          <a:bodyPr lIns="34273" tIns="34273" rIns="34273" bIns="34273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3000">
                <a:solidFill>
                  <a:srgbClr val="53535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defRPr>
            </a:lvl1pPr>
          </a:lstStyle>
          <a:p>
            <a:r>
              <a:rPr lang="zh-CN" altLang="en-US" sz="2000"/>
              <a:t>视频发布</a:t>
            </a:r>
            <a:endParaRPr lang="en-US" altLang="zh-CN" sz="2000"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414</Words>
  <Application>WPS 演示</Application>
  <PresentationFormat>自定义</PresentationFormat>
  <Paragraphs>71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汉仪旗黑</vt:lpstr>
      <vt:lpstr>FrutigerNext LT Medium</vt:lpstr>
      <vt:lpstr>Thonburi</vt:lpstr>
      <vt:lpstr>Calibri</vt:lpstr>
      <vt:lpstr>宋体</vt:lpstr>
      <vt:lpstr>Arial Unicode MS</vt:lpstr>
      <vt:lpstr>Helvetica Neue</vt:lpstr>
      <vt:lpstr>等线</vt:lpstr>
      <vt:lpstr>汉仪中等线KW</vt:lpstr>
      <vt:lpstr>黑体</vt:lpstr>
      <vt:lpstr>汉仪书宋二KW</vt:lpstr>
      <vt:lpstr>汉仪中黑KW</vt:lpstr>
      <vt:lpstr>微软雅黑</vt:lpstr>
      <vt:lpstr>黑体</vt:lpstr>
      <vt:lpstr>Calibri</vt:lpstr>
      <vt:lpstr>1_Title Slide</vt:lpstr>
      <vt:lpstr>Chart page</vt:lpstr>
      <vt:lpstr>4_Chart page</vt:lpstr>
      <vt:lpstr>End page</vt:lpstr>
      <vt:lpstr>整合分发-社交/视频/论坛类平台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gaoxiaochun (C)</dc:creator>
  <cp:lastModifiedBy>kaiwen</cp:lastModifiedBy>
  <cp:revision>23</cp:revision>
  <dcterms:created xsi:type="dcterms:W3CDTF">2025-12-05T11:48:15Z</dcterms:created>
  <dcterms:modified xsi:type="dcterms:W3CDTF">2025-12-05T11:48:15Z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(3)looz7apLSIb36a1hh3mwjEm+ipR1FORHxGG8YXvicDPnRXH1p8+ggdgxbvxYFTFFZG8hE/Mg
UFMLpa/EK4vDCTnQiDVbvELOy1wzYwqvDlwd/z0duMBiR7UE4tlsOpDJ3JlnSofPaDSAfT2N
GFG67oP8IRy+03oRgRGA6JgS26bGotXi4H1QuVevQ0L8Hj2NE39YAR7XUGnS2SeAUoQEwQ0w
S4UI4z3kU6Q+Qwc3Ck</vt:lpwstr>
  </property>
  <property fmtid="{D5CDD505-2E9C-101B-9397-08002B2CF9AE}" pid="3" name="_2015_ms_pID_7253431">
    <vt:lpwstr>YNnLrBijB4tRahNcRuhR4ec1rtYQliB0JLqLswk0NbgZSmaep4Wrty
n0x6VKKUX+R+YSK5oq8xYhILpFJLskuJLPCu+uM+iGZOYpgzjGqIaQ+0FcLjvzGfAeKtnLyZ
SbqNyfOwyVvATa95cKLRuqOXCiaQGhUuBVYmKN5lT2YUV35kipxWuCR0RCTh+H3xjsqp1+SN
EGkr00aLwyF03MXg+hsiR6kqiLnqBxCJw01I</vt:lpwstr>
  </property>
  <property fmtid="{D5CDD505-2E9C-101B-9397-08002B2CF9AE}" pid="4" name="_2015_ms_pID_7253432">
    <vt:lpwstr>uQ==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1719826980</vt:lpwstr>
  </property>
  <property fmtid="{D5CDD505-2E9C-101B-9397-08002B2CF9AE}" pid="9" name="ICV">
    <vt:lpwstr>3CB0FDA3BF154E3DADBCA12763E8DAC1_13</vt:lpwstr>
  </property>
  <property fmtid="{D5CDD505-2E9C-101B-9397-08002B2CF9AE}" pid="10" name="KSOProductBuildVer">
    <vt:lpwstr>2052-12.1.24031.24031</vt:lpwstr>
  </property>
</Properties>
</file>