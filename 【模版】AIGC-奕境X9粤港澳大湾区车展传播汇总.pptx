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9404" y="146323"/>
            <a:ext cx="2894477" cy="4005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微软雅黑" charset="-122"/>
                <a:ea typeface="微软雅黑" charset="-122"/>
              </a:defRPr>
            </a:lvl1pPr>
            <a:lvl2pPr marL="593725" indent="0" algn="ctr">
              <a:buNone/>
              <a:defRPr sz="2600"/>
            </a:lvl2pPr>
            <a:lvl3pPr marL="1186180" indent="0" algn="ctr">
              <a:buNone/>
              <a:defRPr sz="2340"/>
            </a:lvl3pPr>
            <a:lvl4pPr marL="1779905" indent="0" algn="ctr">
              <a:buNone/>
              <a:defRPr sz="2080"/>
            </a:lvl4pPr>
            <a:lvl5pPr marL="2373630" indent="0" algn="ctr">
              <a:buNone/>
              <a:defRPr sz="2080"/>
            </a:lvl5pPr>
            <a:lvl6pPr marL="2965450" indent="0" algn="ctr">
              <a:buNone/>
              <a:defRPr sz="2080"/>
            </a:lvl6pPr>
            <a:lvl7pPr marL="3559810" indent="0" algn="ctr">
              <a:buNone/>
              <a:defRPr sz="2080"/>
            </a:lvl7pPr>
            <a:lvl8pPr marL="4151630" indent="0" algn="ctr">
              <a:buNone/>
              <a:defRPr sz="2080"/>
            </a:lvl8pPr>
            <a:lvl9pPr marL="474535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5" name="图像" descr="图像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37979" y="233692"/>
            <a:ext cx="1805985" cy="237628"/>
          </a:xfrm>
          <a:prstGeom prst="rect">
            <a:avLst/>
          </a:prstGeom>
          <a:noFill/>
          <a:ln w="3175">
            <a:miter lim="4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9410" y="214630"/>
            <a:ext cx="8964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奕境</a:t>
            </a:r>
            <a:r>
              <a:rPr lang="en-US" altLang="zh-CN" sz="2400"/>
              <a:t>X9</a:t>
            </a:r>
            <a:r>
              <a:rPr lang="zh-CN" altLang="en-US" sz="2400"/>
              <a:t>粤港澳大湾区车展项目</a:t>
            </a:r>
            <a:r>
              <a:rPr lang="en-US" altLang="zh-CN" sz="2400"/>
              <a:t>AI</a:t>
            </a:r>
            <a:r>
              <a:rPr lang="zh-CN" altLang="en-US" sz="2400"/>
              <a:t>扩散一社交媒体平台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763270" y="200215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发布账号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发布平台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发布标题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发布链接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发布时间</a:t>
            </a:r>
            <a:r>
              <a:rPr lang="en-US" altLang="zh-CN"/>
              <a:t>：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115" y="1797685"/>
            <a:ext cx="6322060" cy="40982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59705" y="1397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截图</a:t>
            </a:r>
            <a:r>
              <a:rPr lang="zh-CN" altLang="en-US"/>
              <a:t>参考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文字</Application>
  <PresentationFormat>宽屏</PresentationFormat>
  <Paragraphs>14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Yeah</cp:lastModifiedBy>
  <cp:revision>164</cp:revision>
  <dcterms:created xsi:type="dcterms:W3CDTF">2026-05-24T13:23:02Z</dcterms:created>
  <dcterms:modified xsi:type="dcterms:W3CDTF">2026-05-24T13:23:02Z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CF5B02012D720D7521FB126A144085D4_41</vt:lpwstr>
  </property>
</Properties>
</file>