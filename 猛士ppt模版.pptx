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78467B-4EC9-A7B2-D179-0752FBA65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22CF19-8B71-7DFE-D492-62447C5D7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602AAF-F75B-F0D3-F6DD-3B6FEFAFE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4B31-08B5-1E47-AE12-8DFF8616214B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5BAA40-04A6-4718-F21B-15C64F20C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89776A-2A2F-687A-178A-F8F0E6238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0969-36A0-DB40-A922-6857EF285A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5484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7B6982-2DE7-280F-30BE-7D5720EE6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EFA324-9154-9EF8-BC17-257597493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F58206-346F-D467-E84E-709F1223A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4B31-08B5-1E47-AE12-8DFF8616214B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A46760-C24E-73D1-44F9-A5713D42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72994B-E458-7830-212E-09BFE11C4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0969-36A0-DB40-A922-6857EF285A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2795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A77360-06EE-53CB-C1C2-4D58A9EF0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F2F454-D957-7BFB-E85C-AEEB3EC02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8735A9-756C-078F-C158-6E089FAC8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4B31-08B5-1E47-AE12-8DFF8616214B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8E51DA-C48A-5C9F-276F-0C913D56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745833-B7E6-7991-9411-277E208FF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0969-36A0-DB40-A922-6857EF285A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0119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FC2E80-D8D9-6C04-E701-FAE27C54A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CD9536-C627-A25F-EBC5-D43FD07708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492053-2CF4-700C-9FCA-AA8848B2A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06E50A-6B35-137D-B4F1-7ECA0088B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4B31-08B5-1E47-AE12-8DFF8616214B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DE7DC0-4725-78DB-5109-1BEB5997B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9DD8BE-2A88-E33F-3FFF-B79C96CDF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0969-36A0-DB40-A922-6857EF285A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7438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5E7A6F-907D-26F5-CA32-7AF9E34E6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8223F9-52D0-DE8A-9445-AA34AA082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7A51DF-3C64-94ED-07AD-1DFF09E82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8C53011-C6DE-F327-2BA5-7E1ABE48CE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FA1828-7ABC-0C6C-1436-18EB3C40D3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1B977F0-8412-1B68-B082-1CDE0DBE9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4B31-08B5-1E47-AE12-8DFF8616214B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A324493-1403-1D46-B512-FFCDF37DF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5C6E92-C14B-7292-1FCE-6CA8E0BFE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0969-36A0-DB40-A922-6857EF285A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2301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68EB50-F22F-A637-8A38-F27FCEA13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7428C76-8627-249D-D244-66D9775B9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4B31-08B5-1E47-AE12-8DFF8616214B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326E51-84F9-326D-797A-C8590F0B4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D7555D-E9ED-3A98-B895-EAF2DA7B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0969-36A0-DB40-A922-6857EF285A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9222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C4D38DE-93F7-B389-5B7B-AD422AE6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4B31-08B5-1E47-AE12-8DFF8616214B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9BCC11A-CDEB-AAC0-53FF-795519D05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CB097B-23EB-B786-97BE-104AFFCE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0969-36A0-DB40-A922-6857EF285A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319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D17487-1A4D-0794-2BA6-0A82FAC22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B5DD3B-31D6-FE39-D262-25F5CB1FE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2A98CF-48C8-1EE7-AB54-888B7E4A6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6E22DD-221D-BF1F-F382-81B8525A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4B31-08B5-1E47-AE12-8DFF8616214B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8CB6B2-3964-6D2B-02D0-428425ECE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B45A15-C475-5B91-194A-A461C6A1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0969-36A0-DB40-A922-6857EF285A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4824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6B28DF-8860-E4F8-C974-C7754174A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16436B0-C3E8-6E86-BB43-08325D2EF5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A41BEE-0A67-9BBC-E3D7-4D589108A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FAAE0F-A88E-964E-459A-BA82722D1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4B31-08B5-1E47-AE12-8DFF8616214B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3A73EA-1088-A0FB-7F4A-024594F6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46F9F9-83B6-612E-AAF2-B75B44C8F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0969-36A0-DB40-A922-6857EF285A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5565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249EF-5839-6FD0-B05E-668A16B02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337237-C69D-A1BB-972D-EDD840F93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A9F4CB-E88B-3721-48F2-740BADFF6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4B31-08B5-1E47-AE12-8DFF8616214B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73F97D-45E2-E94F-8DB2-CEF1EDC5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460B44-AAFA-720D-8D26-C224356B3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0969-36A0-DB40-A922-6857EF285A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7214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FF52DF-4A79-72FB-9F1B-62D0AA555A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971EDA-5756-E3BB-BEB9-A8B4B0DC6C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701E58-45A9-38F3-B23E-80915910B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4B31-08B5-1E47-AE12-8DFF8616214B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759784-6BA7-3963-A517-F0727C646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846D19-CB0D-7C1D-A2D2-0283ED23D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0969-36A0-DB40-A922-6857EF285A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3216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7FBD293-19A7-F4A2-15BF-BAE3DD67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68A3A9-A433-421B-4A96-B91676B5F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942788-C784-8C45-EB0B-50287DA93B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54B31-08B5-1E47-AE12-8DFF8616214B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825ADA-E639-DFBD-38E5-B9193DBA28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09438B-7BB3-1A95-D6F7-1346AC377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640969-36A0-DB40-A922-6857EF285A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5451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EE5ACF0-89C1-703C-CFFC-7E6FD6CFE850}"/>
              </a:ext>
            </a:extLst>
          </p:cNvPr>
          <p:cNvSpPr txBox="1"/>
          <p:nvPr/>
        </p:nvSpPr>
        <p:spPr>
          <a:xfrm>
            <a:off x="784461" y="524131"/>
            <a:ext cx="9562038" cy="46166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奕境</a:t>
            </a: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月日常传播视频传播项目</a:t>
            </a: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kumimoji="1" lang="e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AIGC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视频扩散</a:t>
            </a: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社交媒体平台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DC14D2-54CB-1AD3-1E82-0B171B4C45C6}"/>
              </a:ext>
            </a:extLst>
          </p:cNvPr>
          <p:cNvSpPr txBox="1"/>
          <p:nvPr/>
        </p:nvSpPr>
        <p:spPr>
          <a:xfrm>
            <a:off x="807927" y="1628384"/>
            <a:ext cx="568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发布账号：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7204BC-EF28-2C9E-E070-34039F94B99A}"/>
              </a:ext>
            </a:extLst>
          </p:cNvPr>
          <p:cNvSpPr txBox="1"/>
          <p:nvPr/>
        </p:nvSpPr>
        <p:spPr>
          <a:xfrm>
            <a:off x="795401" y="3146121"/>
            <a:ext cx="568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发布标题：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4718753-34DE-7544-DD4E-81500572A0DE}"/>
              </a:ext>
            </a:extLst>
          </p:cNvPr>
          <p:cNvSpPr txBox="1"/>
          <p:nvPr/>
        </p:nvSpPr>
        <p:spPr>
          <a:xfrm>
            <a:off x="807927" y="2221283"/>
            <a:ext cx="568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发布平台：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D8148D-5A92-0308-3919-6B4323C1348B}"/>
              </a:ext>
            </a:extLst>
          </p:cNvPr>
          <p:cNvSpPr txBox="1"/>
          <p:nvPr/>
        </p:nvSpPr>
        <p:spPr>
          <a:xfrm>
            <a:off x="807927" y="4588700"/>
            <a:ext cx="568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发布链接：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2918215-536A-FBFC-F155-201ACB9C078F}"/>
              </a:ext>
            </a:extLst>
          </p:cNvPr>
          <p:cNvSpPr txBox="1"/>
          <p:nvPr/>
        </p:nvSpPr>
        <p:spPr>
          <a:xfrm>
            <a:off x="807927" y="5367402"/>
            <a:ext cx="568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发布时间：</a:t>
            </a:r>
          </a:p>
        </p:txBody>
      </p:sp>
    </p:spTree>
    <p:extLst>
      <p:ext uri="{BB962C8B-B14F-4D97-AF65-F5344CB8AC3E}">
        <p14:creationId xmlns:p14="http://schemas.microsoft.com/office/powerpoint/2010/main" val="4172783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</Words>
  <Application>Microsoft Macintosh PowerPoint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悦 王</dc:creator>
  <cp:lastModifiedBy>悦 王</cp:lastModifiedBy>
  <cp:revision>1</cp:revision>
  <dcterms:created xsi:type="dcterms:W3CDTF">2026-05-13T03:04:46Z</dcterms:created>
  <dcterms:modified xsi:type="dcterms:W3CDTF">2026-05-13T03:07:14Z</dcterms:modified>
</cp:coreProperties>
</file>