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5"/>
  </p:notesMasterIdLst>
  <p:sldIdLst>
    <p:sldId id="259" r:id="rId4"/>
    <p:sldId id="258" r:id="rId6"/>
    <p:sldId id="257" r:id="rId7"/>
    <p:sldId id="26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4" userDrawn="1">
          <p15:clr>
            <a:srgbClr val="A4A3A4"/>
          </p15:clr>
        </p15:guide>
        <p15:guide id="2" pos="38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74"/>
        <p:guide pos="38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  <p:txBody>
          <a:bodyPr/>
          <a:lstStyle/>
          <a:p/>
        </p:txBody>
      </p:sp>
      <p:sp>
        <p:nvSpPr>
          <p:cNvPr id="19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1" lang="zh-CN" altLang="en-US"/>
          </a:p>
        </p:txBody>
      </p:sp>
      <p:sp>
        <p:nvSpPr>
          <p:cNvPr id="20" name="幻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774767C-306D-45D4-AEFA-E6D85C84E13C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A002-8297-464F-8FAC-D327E67D45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475B-4C60-47D5-8B6D-31BD0EDDE3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A002-8297-464F-8FAC-D327E67D45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475B-4C60-47D5-8B6D-31BD0EDDE3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A002-8297-464F-8FAC-D327E67D45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475B-4C60-47D5-8B6D-31BD0EDDE3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A002-8297-464F-8FAC-D327E67D45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475B-4C60-47D5-8B6D-31BD0EDDE3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A002-8297-464F-8FAC-D327E67D45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475B-4C60-47D5-8B6D-31BD0EDDE3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A002-8297-464F-8FAC-D327E67D45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475B-4C60-47D5-8B6D-31BD0EDDE3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A002-8297-464F-8FAC-D327E67D45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475B-4C60-47D5-8B6D-31BD0EDDE3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A002-8297-464F-8FAC-D327E67D45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475B-4C60-47D5-8B6D-31BD0EDDE3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A002-8297-464F-8FAC-D327E67D45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475B-4C60-47D5-8B6D-31BD0EDDE3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A002-8297-464F-8FAC-D327E67D45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475B-4C60-47D5-8B6D-31BD0EDDE3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3A002-8297-464F-8FAC-D327E67D45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A475B-4C60-47D5-8B6D-31BD0EDDE3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defRPr>
            </a:lvl1pPr>
            <a:lvl2pPr marL="32893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35" algn="ctr"/>
              </a:tabLst>
              <a:defRPr sz="1600" baseline="0">
                <a:latin typeface="微软雅黑" panose="020B0503020204020204" charset="-122"/>
                <a:ea typeface="微软雅黑" panose="020B0503020204020204" charset="-122"/>
              </a:defRPr>
            </a:lvl2pPr>
            <a:lvl3pPr marL="1097915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35" algn="ctr"/>
              </a:tabLst>
              <a:defRPr sz="1300" baseline="0">
                <a:latin typeface="微软雅黑" panose="020B0503020204020204" charset="-122"/>
                <a:ea typeface="微软雅黑" panose="020B0503020204020204" charset="-122"/>
              </a:defRPr>
            </a:lvl3pPr>
            <a:lvl4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3A002-8297-464F-8FAC-D327E67D45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2A475B-4C60-47D5-8B6D-31BD0EDDE3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2"/>
          <p:cNvSpPr>
            <a:spLocks noChangeArrowheads="1"/>
          </p:cNvSpPr>
          <p:nvPr/>
        </p:nvSpPr>
        <p:spPr bwMode="auto">
          <a:xfrm>
            <a:off x="1242060" y="2367915"/>
            <a:ext cx="10218420" cy="10147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defRPr>
            </a:lvl9pPr>
          </a:lstStyle>
          <a:p>
            <a:pPr marL="323850" lvl="1" algn="l">
              <a:lnSpc>
                <a:spcPct val="150000"/>
              </a:lnSpc>
            </a:pPr>
            <a:r>
              <a:rPr lang="en-US" altLang="zh-CN" sz="4000" b="1" dirty="0">
                <a:latin typeface="Arial Bold" panose="020B0604020202090204" charset="0"/>
                <a:cs typeface="Arial Bold" panose="020B0604020202090204" charset="0"/>
                <a:sym typeface="+mn-ea"/>
              </a:rPr>
              <a:t>XXXX</a:t>
            </a:r>
            <a:r>
              <a:rPr lang="zh-CN" altLang="en-US" sz="4000" b="1" dirty="0">
                <a:latin typeface="Arial Bold" panose="020B0604020202090204" charset="0"/>
                <a:cs typeface="Arial Bold" panose="020B0604020202090204" charset="0"/>
                <a:sym typeface="+mn-ea"/>
              </a:rPr>
              <a:t>项目名称</a:t>
            </a:r>
            <a:r>
              <a:rPr lang="en-US" altLang="zh-CN" sz="4000" b="1" dirty="0">
                <a:latin typeface="Arial Bold" panose="020B0604020202090204" charset="0"/>
                <a:cs typeface="Arial Bold" panose="020B0604020202090204" charset="0"/>
                <a:sym typeface="+mn-ea"/>
              </a:rPr>
              <a:t>-</a:t>
            </a:r>
            <a:r>
              <a:rPr lang="zh-CN" altLang="en-US" sz="4000" b="1" dirty="0">
                <a:latin typeface="Arial Bold" panose="020B0604020202090204" charset="0"/>
                <a:cs typeface="Arial Bold" panose="020B0604020202090204" charset="0"/>
                <a:sym typeface="+mn-ea"/>
              </a:rPr>
              <a:t>发布剪报</a:t>
            </a:r>
            <a:endParaRPr lang="en-US" altLang="zh-CN" sz="140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sym typeface="阿里巴巴普惠体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64515" y="2203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发布链接汇总</a:t>
            </a:r>
            <a:endParaRPr lang="en-US" altLang="zh-CN"/>
          </a:p>
        </p:txBody>
      </p:sp>
      <p:grpSp>
        <p:nvGrpSpPr>
          <p:cNvPr id="61" name="组合 60"/>
          <p:cNvGrpSpPr/>
          <p:nvPr/>
        </p:nvGrpSpPr>
        <p:grpSpPr>
          <a:xfrm>
            <a:off x="105163" y="229147"/>
            <a:ext cx="572129" cy="359644"/>
            <a:chOff x="0" y="368059"/>
            <a:chExt cx="572494" cy="360000"/>
          </a:xfrm>
        </p:grpSpPr>
        <p:sp>
          <p:nvSpPr>
            <p:cNvPr id="65" name="任意多边形 67"/>
            <p:cNvSpPr/>
            <p:nvPr>
              <p:custDataLst>
                <p:tags r:id="rId1"/>
              </p:custDataLst>
            </p:nvPr>
          </p:nvSpPr>
          <p:spPr>
            <a:xfrm>
              <a:off x="192415" y="368059"/>
              <a:ext cx="380079" cy="360000"/>
            </a:xfrm>
            <a:custGeom>
              <a:avLst/>
              <a:gdLst>
                <a:gd name="connsiteX0" fmla="*/ 277184 w 380079"/>
                <a:gd name="connsiteY0" fmla="*/ 0 h 541651"/>
                <a:gd name="connsiteX1" fmla="*/ 380079 w 380079"/>
                <a:gd name="connsiteY1" fmla="*/ 0 h 541651"/>
                <a:gd name="connsiteX2" fmla="*/ 102895 w 380079"/>
                <a:gd name="connsiteY2" fmla="*/ 541651 h 541651"/>
                <a:gd name="connsiteX3" fmla="*/ 0 w 380079"/>
                <a:gd name="connsiteY3" fmla="*/ 541651 h 541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079" h="541651">
                  <a:moveTo>
                    <a:pt x="277184" y="0"/>
                  </a:moveTo>
                  <a:lnTo>
                    <a:pt x="380079" y="0"/>
                  </a:lnTo>
                  <a:lnTo>
                    <a:pt x="102895" y="541651"/>
                  </a:lnTo>
                  <a:lnTo>
                    <a:pt x="0" y="541651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6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00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任意多边形 68"/>
            <p:cNvSpPr/>
            <p:nvPr>
              <p:custDataLst>
                <p:tags r:id="rId2"/>
              </p:custDataLst>
            </p:nvPr>
          </p:nvSpPr>
          <p:spPr>
            <a:xfrm>
              <a:off x="0" y="368059"/>
              <a:ext cx="398202" cy="360000"/>
            </a:xfrm>
            <a:custGeom>
              <a:avLst/>
              <a:gdLst>
                <a:gd name="connsiteX0" fmla="*/ 3445 w 398202"/>
                <a:gd name="connsiteY0" fmla="*/ 0 h 541651"/>
                <a:gd name="connsiteX1" fmla="*/ 398202 w 398202"/>
                <a:gd name="connsiteY1" fmla="*/ 0 h 541651"/>
                <a:gd name="connsiteX2" fmla="*/ 121018 w 398202"/>
                <a:gd name="connsiteY2" fmla="*/ 541651 h 541651"/>
                <a:gd name="connsiteX3" fmla="*/ 0 w 398202"/>
                <a:gd name="connsiteY3" fmla="*/ 541651 h 541651"/>
                <a:gd name="connsiteX4" fmla="*/ 0 w 398202"/>
                <a:gd name="connsiteY4" fmla="*/ 6732 h 541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8202" h="541651">
                  <a:moveTo>
                    <a:pt x="3445" y="0"/>
                  </a:moveTo>
                  <a:lnTo>
                    <a:pt x="398202" y="0"/>
                  </a:lnTo>
                  <a:lnTo>
                    <a:pt x="121018" y="541651"/>
                  </a:lnTo>
                  <a:lnTo>
                    <a:pt x="0" y="541651"/>
                  </a:lnTo>
                  <a:lnTo>
                    <a:pt x="0" y="673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376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00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aphicFrame>
        <p:nvGraphicFramePr>
          <p:cNvPr id="4" name="表格 3"/>
          <p:cNvGraphicFramePr/>
          <p:nvPr/>
        </p:nvGraphicFramePr>
        <p:xfrm>
          <a:off x="676910" y="895350"/>
          <a:ext cx="10800715" cy="5378450"/>
        </p:xfrm>
        <a:graphic>
          <a:graphicData uri="http://schemas.openxmlformats.org/drawingml/2006/table">
            <a:tbl>
              <a:tblPr/>
              <a:tblGrid>
                <a:gridCol w="702310"/>
                <a:gridCol w="701675"/>
                <a:gridCol w="1520825"/>
                <a:gridCol w="4204335"/>
                <a:gridCol w="826770"/>
                <a:gridCol w="738505"/>
                <a:gridCol w="702310"/>
                <a:gridCol w="701675"/>
                <a:gridCol w="702310"/>
              </a:tblGrid>
              <a:tr h="537845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类型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昵称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链接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粉丝量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阅读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转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评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赞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77545" y="2292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发布剪报</a:t>
            </a:r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>
            <a:off x="105163" y="229147"/>
            <a:ext cx="572129" cy="359644"/>
            <a:chOff x="0" y="368059"/>
            <a:chExt cx="572494" cy="360000"/>
          </a:xfrm>
        </p:grpSpPr>
        <p:sp>
          <p:nvSpPr>
            <p:cNvPr id="65" name="任意多边形 67"/>
            <p:cNvSpPr/>
            <p:nvPr>
              <p:custDataLst>
                <p:tags r:id="rId1"/>
              </p:custDataLst>
            </p:nvPr>
          </p:nvSpPr>
          <p:spPr>
            <a:xfrm>
              <a:off x="192415" y="368059"/>
              <a:ext cx="380079" cy="360000"/>
            </a:xfrm>
            <a:custGeom>
              <a:avLst/>
              <a:gdLst>
                <a:gd name="connsiteX0" fmla="*/ 277184 w 380079"/>
                <a:gd name="connsiteY0" fmla="*/ 0 h 541651"/>
                <a:gd name="connsiteX1" fmla="*/ 380079 w 380079"/>
                <a:gd name="connsiteY1" fmla="*/ 0 h 541651"/>
                <a:gd name="connsiteX2" fmla="*/ 102895 w 380079"/>
                <a:gd name="connsiteY2" fmla="*/ 541651 h 541651"/>
                <a:gd name="connsiteX3" fmla="*/ 0 w 380079"/>
                <a:gd name="connsiteY3" fmla="*/ 541651 h 541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079" h="541651">
                  <a:moveTo>
                    <a:pt x="277184" y="0"/>
                  </a:moveTo>
                  <a:lnTo>
                    <a:pt x="380079" y="0"/>
                  </a:lnTo>
                  <a:lnTo>
                    <a:pt x="102895" y="541651"/>
                  </a:lnTo>
                  <a:lnTo>
                    <a:pt x="0" y="541651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6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00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任意多边形 68"/>
            <p:cNvSpPr/>
            <p:nvPr>
              <p:custDataLst>
                <p:tags r:id="rId2"/>
              </p:custDataLst>
            </p:nvPr>
          </p:nvSpPr>
          <p:spPr>
            <a:xfrm>
              <a:off x="0" y="368059"/>
              <a:ext cx="398202" cy="360000"/>
            </a:xfrm>
            <a:custGeom>
              <a:avLst/>
              <a:gdLst>
                <a:gd name="connsiteX0" fmla="*/ 3445 w 398202"/>
                <a:gd name="connsiteY0" fmla="*/ 0 h 541651"/>
                <a:gd name="connsiteX1" fmla="*/ 398202 w 398202"/>
                <a:gd name="connsiteY1" fmla="*/ 0 h 541651"/>
                <a:gd name="connsiteX2" fmla="*/ 121018 w 398202"/>
                <a:gd name="connsiteY2" fmla="*/ 541651 h 541651"/>
                <a:gd name="connsiteX3" fmla="*/ 0 w 398202"/>
                <a:gd name="connsiteY3" fmla="*/ 541651 h 541651"/>
                <a:gd name="connsiteX4" fmla="*/ 0 w 398202"/>
                <a:gd name="connsiteY4" fmla="*/ 6732 h 541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8202" h="541651">
                  <a:moveTo>
                    <a:pt x="3445" y="0"/>
                  </a:moveTo>
                  <a:lnTo>
                    <a:pt x="398202" y="0"/>
                  </a:lnTo>
                  <a:lnTo>
                    <a:pt x="121018" y="541651"/>
                  </a:lnTo>
                  <a:lnTo>
                    <a:pt x="0" y="541651"/>
                  </a:lnTo>
                  <a:lnTo>
                    <a:pt x="0" y="6732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376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00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1126490" y="2406015"/>
            <a:ext cx="9472930" cy="221996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5400" b="1">
                <a:solidFill>
                  <a:srgbClr val="FF0000"/>
                </a:solidFill>
              </a:rPr>
              <a:t>一页贴</a:t>
            </a:r>
            <a:r>
              <a:rPr lang="en-US" altLang="zh-CN" sz="5400" b="1">
                <a:solidFill>
                  <a:srgbClr val="FF0000"/>
                </a:solidFill>
              </a:rPr>
              <a:t>15</a:t>
            </a:r>
            <a:r>
              <a:rPr lang="zh-CN" altLang="en-US" sz="5400" b="1">
                <a:solidFill>
                  <a:srgbClr val="FF0000"/>
                </a:solidFill>
              </a:rPr>
              <a:t>长图</a:t>
            </a:r>
            <a:endParaRPr lang="zh-CN" altLang="en-US" sz="5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3" name="Subtitle 6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ubtitle 6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ubtitle 6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90236" y="2397528"/>
            <a:ext cx="3477701" cy="154819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en-US" altLang="zh-CN" sz="5400" dirty="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</a:t>
            </a:r>
            <a:r>
              <a:rPr kumimoji="1" lang="zh-CN" altLang="en-US" sz="5400" dirty="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1" lang="en-US" altLang="zh-CN" sz="5400" dirty="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you.</a:t>
            </a:r>
            <a:endParaRPr kumimoji="1" lang="en-US" altLang="zh-CN" sz="5400" dirty="0">
              <a:solidFill>
                <a:srgbClr val="1D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FULL_TEXT_BEAUTIFY_COPY_ID" val="5"/>
</p:tagLst>
</file>

<file path=ppt/tags/tag2.xml><?xml version="1.0" encoding="utf-8"?>
<p:tagLst xmlns:p="http://schemas.openxmlformats.org/presentationml/2006/main">
  <p:tag name="KSO_WM_FULL_TEXT_BEAUTIFY_COPY_ID" val="6"/>
</p:tagLst>
</file>

<file path=ppt/tags/tag3.xml><?xml version="1.0" encoding="utf-8"?>
<p:tagLst xmlns:p="http://schemas.openxmlformats.org/presentationml/2006/main">
  <p:tag name="KSO_WM_FULL_TEXT_BEAUTIFY_COPY_ID" val="5"/>
</p:tagLst>
</file>

<file path=ppt/tags/tag4.xml><?xml version="1.0" encoding="utf-8"?>
<p:tagLst xmlns:p="http://schemas.openxmlformats.org/presentationml/2006/main">
  <p:tag name="KSO_WM_FULL_TEXT_BEAUTIFY_COPY_ID" val="6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814</Words>
  <Application>WPS 演示</Application>
  <PresentationFormat>宽屏</PresentationFormat>
  <Paragraphs>35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.AppleSystemUIFont</vt:lpstr>
      <vt:lpstr>Segoe Print</vt:lpstr>
      <vt:lpstr>方正兰亭黑简体</vt:lpstr>
      <vt:lpstr>黑体</vt:lpstr>
      <vt:lpstr>Arial Bold</vt:lpstr>
      <vt:lpstr>阿里巴巴普惠体 Medium</vt:lpstr>
      <vt:lpstr>Arial Unicode MS</vt:lpstr>
      <vt:lpstr>等线 Light</vt:lpstr>
      <vt:lpstr>等线</vt:lpstr>
      <vt:lpstr>Calibri</vt:lpstr>
      <vt:lpstr>Office theme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苟晁郡</dc:creator>
  <cp:lastModifiedBy>ATIAmo</cp:lastModifiedBy>
  <cp:revision>11</cp:revision>
  <dcterms:created xsi:type="dcterms:W3CDTF">2023-08-09T12:44:00Z</dcterms:created>
  <dcterms:modified xsi:type="dcterms:W3CDTF">2026-04-29T07:50:05Z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2052-12.1.0.25860</vt:lpwstr>
  </property>
  <property fmtid="{D5CDD505-2E9C-101B-9397-08002B2CF9AE}" pid="3" name="ICV">
    <vt:lpwstr>9E76C0DA67F24A3AADE138CB99174335_12</vt:lpwstr>
  </property>
</Properties>
</file>