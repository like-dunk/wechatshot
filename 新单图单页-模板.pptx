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D1D1A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D1D1A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D1D1A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D1D1A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D1D1A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D1D1A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D1D1A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D1D1A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D1D1A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solidFill>
                <a:srgbClr val="1D1D1A"/>
              </a:solidFill>
              <a:prstDash val="solid"/>
              <a:round/>
            </a:ln>
          </a:left>
          <a:right>
            <a:ln w="12700" cap="flat">
              <a:solidFill>
                <a:srgbClr val="1D1D1A"/>
              </a:solidFill>
              <a:prstDash val="solid"/>
              <a:round/>
            </a:ln>
          </a:right>
          <a:top>
            <a:ln w="12700" cap="flat">
              <a:solidFill>
                <a:srgbClr val="1D1D1A"/>
              </a:solidFill>
              <a:prstDash val="solid"/>
              <a:round/>
            </a:ln>
          </a:top>
          <a:bottom>
            <a:ln w="127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solidFill>
                <a:srgbClr val="1D1D1A"/>
              </a:solidFill>
              <a:prstDash val="solid"/>
              <a:round/>
            </a:ln>
          </a:insideH>
          <a:insideV>
            <a:ln w="12700" cap="flat">
              <a:solidFill>
                <a:srgbClr val="1D1D1A"/>
              </a:solidFill>
              <a:prstDash val="solid"/>
              <a:round/>
            </a:ln>
          </a:insideV>
        </a:tcBdr>
        <a:fill>
          <a:solidFill>
            <a:srgbClr val="EBCACA"/>
          </a:solidFill>
        </a:fill>
      </a:tcStyle>
    </a:wholeTbl>
    <a:band2H>
      <a:tcTxStyle b="def" i="def"/>
      <a:tcStyle>
        <a:tcBdr/>
        <a:fill>
          <a:solidFill>
            <a:srgbClr val="F5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solidFill>
                <a:srgbClr val="1D1D1A"/>
              </a:solidFill>
              <a:prstDash val="solid"/>
              <a:round/>
            </a:ln>
          </a:left>
          <a:right>
            <a:ln w="12700" cap="flat">
              <a:solidFill>
                <a:srgbClr val="1D1D1A"/>
              </a:solidFill>
              <a:prstDash val="solid"/>
              <a:round/>
            </a:ln>
          </a:right>
          <a:top>
            <a:ln w="12700" cap="flat">
              <a:solidFill>
                <a:srgbClr val="1D1D1A"/>
              </a:solidFill>
              <a:prstDash val="solid"/>
              <a:round/>
            </a:ln>
          </a:top>
          <a:bottom>
            <a:ln w="127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solidFill>
                <a:srgbClr val="1D1D1A"/>
              </a:solidFill>
              <a:prstDash val="solid"/>
              <a:round/>
            </a:ln>
          </a:insideH>
          <a:insideV>
            <a:ln w="12700" cap="flat">
              <a:solidFill>
                <a:srgbClr val="1D1D1A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solidFill>
                <a:srgbClr val="1D1D1A"/>
              </a:solidFill>
              <a:prstDash val="solid"/>
              <a:round/>
            </a:ln>
          </a:left>
          <a:right>
            <a:ln w="12700" cap="flat">
              <a:solidFill>
                <a:srgbClr val="1D1D1A"/>
              </a:solidFill>
              <a:prstDash val="solid"/>
              <a:round/>
            </a:ln>
          </a:right>
          <a:top>
            <a:ln w="38100" cap="flat">
              <a:solidFill>
                <a:srgbClr val="1D1D1A"/>
              </a:solidFill>
              <a:prstDash val="solid"/>
              <a:round/>
            </a:ln>
          </a:top>
          <a:bottom>
            <a:ln w="127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solidFill>
                <a:srgbClr val="1D1D1A"/>
              </a:solidFill>
              <a:prstDash val="solid"/>
              <a:round/>
            </a:ln>
          </a:insideH>
          <a:insideV>
            <a:ln w="12700" cap="flat">
              <a:solidFill>
                <a:srgbClr val="1D1D1A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solidFill>
                <a:srgbClr val="1D1D1A"/>
              </a:solidFill>
              <a:prstDash val="solid"/>
              <a:round/>
            </a:ln>
          </a:left>
          <a:right>
            <a:ln w="12700" cap="flat">
              <a:solidFill>
                <a:srgbClr val="1D1D1A"/>
              </a:solidFill>
              <a:prstDash val="solid"/>
              <a:round/>
            </a:ln>
          </a:right>
          <a:top>
            <a:ln w="12700" cap="flat">
              <a:solidFill>
                <a:srgbClr val="1D1D1A"/>
              </a:solidFill>
              <a:prstDash val="solid"/>
              <a:round/>
            </a:ln>
          </a:top>
          <a:bottom>
            <a:ln w="381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solidFill>
                <a:srgbClr val="1D1D1A"/>
              </a:solidFill>
              <a:prstDash val="solid"/>
              <a:round/>
            </a:ln>
          </a:insideH>
          <a:insideV>
            <a:ln w="12700" cap="flat">
              <a:solidFill>
                <a:srgbClr val="1D1D1A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solidFill>
                <a:srgbClr val="1D1D1A"/>
              </a:solidFill>
              <a:prstDash val="solid"/>
              <a:round/>
            </a:ln>
          </a:left>
          <a:right>
            <a:ln w="12700" cap="flat">
              <a:solidFill>
                <a:srgbClr val="1D1D1A"/>
              </a:solidFill>
              <a:prstDash val="solid"/>
              <a:round/>
            </a:ln>
          </a:right>
          <a:top>
            <a:ln w="12700" cap="flat">
              <a:solidFill>
                <a:srgbClr val="1D1D1A"/>
              </a:solidFill>
              <a:prstDash val="solid"/>
              <a:round/>
            </a:ln>
          </a:top>
          <a:bottom>
            <a:ln w="127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solidFill>
                <a:srgbClr val="1D1D1A"/>
              </a:solidFill>
              <a:prstDash val="solid"/>
              <a:round/>
            </a:ln>
          </a:insideH>
          <a:insideV>
            <a:ln w="12700" cap="flat">
              <a:solidFill>
                <a:srgbClr val="1D1D1A"/>
              </a:solidFill>
              <a:prstDash val="solid"/>
              <a:round/>
            </a:ln>
          </a:insideV>
        </a:tcBdr>
        <a:fill>
          <a:solidFill>
            <a:srgbClr val="FBDFCA"/>
          </a:solidFill>
        </a:fill>
      </a:tcStyle>
    </a:wholeTbl>
    <a:band2H>
      <a:tcTxStyle b="def" i="def"/>
      <a:tcStyle>
        <a:tcBdr/>
        <a:fill>
          <a:solidFill>
            <a:srgbClr val="FDF0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solidFill>
                <a:srgbClr val="1D1D1A"/>
              </a:solidFill>
              <a:prstDash val="solid"/>
              <a:round/>
            </a:ln>
          </a:left>
          <a:right>
            <a:ln w="12700" cap="flat">
              <a:solidFill>
                <a:srgbClr val="1D1D1A"/>
              </a:solidFill>
              <a:prstDash val="solid"/>
              <a:round/>
            </a:ln>
          </a:right>
          <a:top>
            <a:ln w="12700" cap="flat">
              <a:solidFill>
                <a:srgbClr val="1D1D1A"/>
              </a:solidFill>
              <a:prstDash val="solid"/>
              <a:round/>
            </a:ln>
          </a:top>
          <a:bottom>
            <a:ln w="127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solidFill>
                <a:srgbClr val="1D1D1A"/>
              </a:solidFill>
              <a:prstDash val="solid"/>
              <a:round/>
            </a:ln>
          </a:insideH>
          <a:insideV>
            <a:ln w="12700" cap="flat">
              <a:solidFill>
                <a:srgbClr val="1D1D1A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solidFill>
                <a:srgbClr val="1D1D1A"/>
              </a:solidFill>
              <a:prstDash val="solid"/>
              <a:round/>
            </a:ln>
          </a:left>
          <a:right>
            <a:ln w="12700" cap="flat">
              <a:solidFill>
                <a:srgbClr val="1D1D1A"/>
              </a:solidFill>
              <a:prstDash val="solid"/>
              <a:round/>
            </a:ln>
          </a:right>
          <a:top>
            <a:ln w="38100" cap="flat">
              <a:solidFill>
                <a:srgbClr val="1D1D1A"/>
              </a:solidFill>
              <a:prstDash val="solid"/>
              <a:round/>
            </a:ln>
          </a:top>
          <a:bottom>
            <a:ln w="127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solidFill>
                <a:srgbClr val="1D1D1A"/>
              </a:solidFill>
              <a:prstDash val="solid"/>
              <a:round/>
            </a:ln>
          </a:insideH>
          <a:insideV>
            <a:ln w="12700" cap="flat">
              <a:solidFill>
                <a:srgbClr val="1D1D1A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solidFill>
                <a:srgbClr val="1D1D1A"/>
              </a:solidFill>
              <a:prstDash val="solid"/>
              <a:round/>
            </a:ln>
          </a:left>
          <a:right>
            <a:ln w="12700" cap="flat">
              <a:solidFill>
                <a:srgbClr val="1D1D1A"/>
              </a:solidFill>
              <a:prstDash val="solid"/>
              <a:round/>
            </a:ln>
          </a:right>
          <a:top>
            <a:ln w="12700" cap="flat">
              <a:solidFill>
                <a:srgbClr val="1D1D1A"/>
              </a:solidFill>
              <a:prstDash val="solid"/>
              <a:round/>
            </a:ln>
          </a:top>
          <a:bottom>
            <a:ln w="381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solidFill>
                <a:srgbClr val="1D1D1A"/>
              </a:solidFill>
              <a:prstDash val="solid"/>
              <a:round/>
            </a:ln>
          </a:insideH>
          <a:insideV>
            <a:ln w="12700" cap="flat">
              <a:solidFill>
                <a:srgbClr val="1D1D1A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solidFill>
                <a:srgbClr val="1D1D1A"/>
              </a:solidFill>
              <a:prstDash val="solid"/>
              <a:round/>
            </a:ln>
          </a:left>
          <a:right>
            <a:ln w="12700" cap="flat">
              <a:solidFill>
                <a:srgbClr val="1D1D1A"/>
              </a:solidFill>
              <a:prstDash val="solid"/>
              <a:round/>
            </a:ln>
          </a:right>
          <a:top>
            <a:ln w="12700" cap="flat">
              <a:solidFill>
                <a:srgbClr val="1D1D1A"/>
              </a:solidFill>
              <a:prstDash val="solid"/>
              <a:round/>
            </a:ln>
          </a:top>
          <a:bottom>
            <a:ln w="127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solidFill>
                <a:srgbClr val="1D1D1A"/>
              </a:solidFill>
              <a:prstDash val="solid"/>
              <a:round/>
            </a:ln>
          </a:insideH>
          <a:insideV>
            <a:ln w="12700" cap="flat">
              <a:solidFill>
                <a:srgbClr val="1D1D1A"/>
              </a:solidFill>
              <a:prstDash val="solid"/>
              <a:round/>
            </a:ln>
          </a:insideV>
        </a:tcBdr>
        <a:fill>
          <a:solidFill>
            <a:srgbClr val="D2D2D2"/>
          </a:solidFill>
        </a:fill>
      </a:tcStyle>
    </a:wholeTbl>
    <a:band2H>
      <a:tcTxStyle b="def" i="def"/>
      <a:tcStyle>
        <a:tcBdr/>
        <a:fill>
          <a:solidFill>
            <a:srgbClr val="EAEAEA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solidFill>
                <a:srgbClr val="1D1D1A"/>
              </a:solidFill>
              <a:prstDash val="solid"/>
              <a:round/>
            </a:ln>
          </a:left>
          <a:right>
            <a:ln w="12700" cap="flat">
              <a:solidFill>
                <a:srgbClr val="1D1D1A"/>
              </a:solidFill>
              <a:prstDash val="solid"/>
              <a:round/>
            </a:ln>
          </a:right>
          <a:top>
            <a:ln w="12700" cap="flat">
              <a:solidFill>
                <a:srgbClr val="1D1D1A"/>
              </a:solidFill>
              <a:prstDash val="solid"/>
              <a:round/>
            </a:ln>
          </a:top>
          <a:bottom>
            <a:ln w="127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solidFill>
                <a:srgbClr val="1D1D1A"/>
              </a:solidFill>
              <a:prstDash val="solid"/>
              <a:round/>
            </a:ln>
          </a:insideH>
          <a:insideV>
            <a:ln w="12700" cap="flat">
              <a:solidFill>
                <a:srgbClr val="1D1D1A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solidFill>
                <a:srgbClr val="1D1D1A"/>
              </a:solidFill>
              <a:prstDash val="solid"/>
              <a:round/>
            </a:ln>
          </a:left>
          <a:right>
            <a:ln w="12700" cap="flat">
              <a:solidFill>
                <a:srgbClr val="1D1D1A"/>
              </a:solidFill>
              <a:prstDash val="solid"/>
              <a:round/>
            </a:ln>
          </a:right>
          <a:top>
            <a:ln w="38100" cap="flat">
              <a:solidFill>
                <a:srgbClr val="1D1D1A"/>
              </a:solidFill>
              <a:prstDash val="solid"/>
              <a:round/>
            </a:ln>
          </a:top>
          <a:bottom>
            <a:ln w="127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solidFill>
                <a:srgbClr val="1D1D1A"/>
              </a:solidFill>
              <a:prstDash val="solid"/>
              <a:round/>
            </a:ln>
          </a:insideH>
          <a:insideV>
            <a:ln w="12700" cap="flat">
              <a:solidFill>
                <a:srgbClr val="1D1D1A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solidFill>
                <a:srgbClr val="1D1D1A"/>
              </a:solidFill>
              <a:prstDash val="solid"/>
              <a:round/>
            </a:ln>
          </a:left>
          <a:right>
            <a:ln w="12700" cap="flat">
              <a:solidFill>
                <a:srgbClr val="1D1D1A"/>
              </a:solidFill>
              <a:prstDash val="solid"/>
              <a:round/>
            </a:ln>
          </a:right>
          <a:top>
            <a:ln w="12700" cap="flat">
              <a:solidFill>
                <a:srgbClr val="1D1D1A"/>
              </a:solidFill>
              <a:prstDash val="solid"/>
              <a:round/>
            </a:ln>
          </a:top>
          <a:bottom>
            <a:ln w="381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solidFill>
                <a:srgbClr val="1D1D1A"/>
              </a:solidFill>
              <a:prstDash val="solid"/>
              <a:round/>
            </a:ln>
          </a:insideH>
          <a:insideV>
            <a:ln w="12700" cap="flat">
              <a:solidFill>
                <a:srgbClr val="1D1D1A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 b="def" i="def"/>
      <a:tcStyle>
        <a:tcBdr/>
        <a:fill>
          <a:solidFill>
            <a:srgbClr val="1D1D1A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1D1D1A"/>
              </a:solidFill>
              <a:prstDash val="solid"/>
              <a:round/>
            </a:ln>
          </a:top>
          <a:bottom>
            <a:ln w="254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D1D1A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1D1D1A"/>
              </a:solidFill>
              <a:prstDash val="solid"/>
              <a:round/>
            </a:ln>
          </a:top>
          <a:bottom>
            <a:ln w="254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solidFill>
                <a:srgbClr val="1D1D1A"/>
              </a:solidFill>
              <a:prstDash val="solid"/>
              <a:round/>
            </a:ln>
          </a:left>
          <a:right>
            <a:ln w="12700" cap="flat">
              <a:solidFill>
                <a:srgbClr val="1D1D1A"/>
              </a:solidFill>
              <a:prstDash val="solid"/>
              <a:round/>
            </a:ln>
          </a:right>
          <a:top>
            <a:ln w="12700" cap="flat">
              <a:solidFill>
                <a:srgbClr val="1D1D1A"/>
              </a:solidFill>
              <a:prstDash val="solid"/>
              <a:round/>
            </a:ln>
          </a:top>
          <a:bottom>
            <a:ln w="127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solidFill>
                <a:srgbClr val="1D1D1A"/>
              </a:solidFill>
              <a:prstDash val="solid"/>
              <a:round/>
            </a:ln>
          </a:insideH>
          <a:insideV>
            <a:ln w="12700" cap="flat">
              <a:solidFill>
                <a:srgbClr val="1D1D1A"/>
              </a:solidFill>
              <a:prstDash val="solid"/>
              <a:round/>
            </a:ln>
          </a:insideV>
        </a:tcBdr>
        <a:fill>
          <a:solidFill>
            <a:srgbClr val="CBCBCB"/>
          </a:solidFill>
        </a:fill>
      </a:tcStyle>
    </a:wholeTbl>
    <a:band2H>
      <a:tcTxStyle b="def" i="def"/>
      <a:tcStyle>
        <a:tcBdr/>
        <a:fill>
          <a:solidFill>
            <a:srgbClr val="E7E7E7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solidFill>
                <a:srgbClr val="1D1D1A"/>
              </a:solidFill>
              <a:prstDash val="solid"/>
              <a:round/>
            </a:ln>
          </a:left>
          <a:right>
            <a:ln w="12700" cap="flat">
              <a:solidFill>
                <a:srgbClr val="1D1D1A"/>
              </a:solidFill>
              <a:prstDash val="solid"/>
              <a:round/>
            </a:ln>
          </a:right>
          <a:top>
            <a:ln w="12700" cap="flat">
              <a:solidFill>
                <a:srgbClr val="1D1D1A"/>
              </a:solidFill>
              <a:prstDash val="solid"/>
              <a:round/>
            </a:ln>
          </a:top>
          <a:bottom>
            <a:ln w="127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solidFill>
                <a:srgbClr val="1D1D1A"/>
              </a:solidFill>
              <a:prstDash val="solid"/>
              <a:round/>
            </a:ln>
          </a:insideH>
          <a:insideV>
            <a:ln w="12700" cap="flat">
              <a:solidFill>
                <a:srgbClr val="1D1D1A"/>
              </a:solidFill>
              <a:prstDash val="solid"/>
              <a:round/>
            </a:ln>
          </a:insideV>
        </a:tcBdr>
        <a:fill>
          <a:solidFill>
            <a:srgbClr val="1D1D1A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solidFill>
                <a:srgbClr val="1D1D1A"/>
              </a:solidFill>
              <a:prstDash val="solid"/>
              <a:round/>
            </a:ln>
          </a:left>
          <a:right>
            <a:ln w="12700" cap="flat">
              <a:solidFill>
                <a:srgbClr val="1D1D1A"/>
              </a:solidFill>
              <a:prstDash val="solid"/>
              <a:round/>
            </a:ln>
          </a:right>
          <a:top>
            <a:ln w="38100" cap="flat">
              <a:solidFill>
                <a:srgbClr val="1D1D1A"/>
              </a:solidFill>
              <a:prstDash val="solid"/>
              <a:round/>
            </a:ln>
          </a:top>
          <a:bottom>
            <a:ln w="127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solidFill>
                <a:srgbClr val="1D1D1A"/>
              </a:solidFill>
              <a:prstDash val="solid"/>
              <a:round/>
            </a:ln>
          </a:insideH>
          <a:insideV>
            <a:ln w="12700" cap="flat">
              <a:solidFill>
                <a:srgbClr val="1D1D1A"/>
              </a:solidFill>
              <a:prstDash val="solid"/>
              <a:round/>
            </a:ln>
          </a:insideV>
        </a:tcBdr>
        <a:fill>
          <a:solidFill>
            <a:srgbClr val="1D1D1A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solidFill>
                <a:srgbClr val="1D1D1A"/>
              </a:solidFill>
              <a:prstDash val="solid"/>
              <a:round/>
            </a:ln>
          </a:left>
          <a:right>
            <a:ln w="12700" cap="flat">
              <a:solidFill>
                <a:srgbClr val="1D1D1A"/>
              </a:solidFill>
              <a:prstDash val="solid"/>
              <a:round/>
            </a:ln>
          </a:right>
          <a:top>
            <a:ln w="12700" cap="flat">
              <a:solidFill>
                <a:srgbClr val="1D1D1A"/>
              </a:solidFill>
              <a:prstDash val="solid"/>
              <a:round/>
            </a:ln>
          </a:top>
          <a:bottom>
            <a:ln w="381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solidFill>
                <a:srgbClr val="1D1D1A"/>
              </a:solidFill>
              <a:prstDash val="solid"/>
              <a:round/>
            </a:ln>
          </a:insideH>
          <a:insideV>
            <a:ln w="12700" cap="flat">
              <a:solidFill>
                <a:srgbClr val="1D1D1A"/>
              </a:solidFill>
              <a:prstDash val="solid"/>
              <a:round/>
            </a:ln>
          </a:insideV>
        </a:tcBdr>
        <a:fill>
          <a:solidFill>
            <a:srgbClr val="1D1D1A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solidFill>
                <a:srgbClr val="1D1D1A"/>
              </a:solidFill>
              <a:prstDash val="solid"/>
              <a:round/>
            </a:ln>
          </a:left>
          <a:right>
            <a:ln w="12700" cap="flat">
              <a:solidFill>
                <a:srgbClr val="1D1D1A"/>
              </a:solidFill>
              <a:prstDash val="solid"/>
              <a:round/>
            </a:ln>
          </a:right>
          <a:top>
            <a:ln w="12700" cap="flat">
              <a:solidFill>
                <a:srgbClr val="1D1D1A"/>
              </a:solidFill>
              <a:prstDash val="solid"/>
              <a:round/>
            </a:ln>
          </a:top>
          <a:bottom>
            <a:ln w="127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solidFill>
                <a:srgbClr val="1D1D1A"/>
              </a:solidFill>
              <a:prstDash val="solid"/>
              <a:round/>
            </a:ln>
          </a:insideH>
          <a:insideV>
            <a:ln w="12700" cap="flat">
              <a:solidFill>
                <a:srgbClr val="1D1D1A"/>
              </a:solidFill>
              <a:prstDash val="solid"/>
              <a:round/>
            </a:ln>
          </a:insideV>
        </a:tcBdr>
        <a:fill>
          <a:solidFill>
            <a:srgbClr val="1D1D1A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solidFill>
                <a:srgbClr val="1D1D1A"/>
              </a:solidFill>
              <a:prstDash val="solid"/>
              <a:round/>
            </a:ln>
          </a:left>
          <a:right>
            <a:ln w="12700" cap="flat">
              <a:solidFill>
                <a:srgbClr val="1D1D1A"/>
              </a:solidFill>
              <a:prstDash val="solid"/>
              <a:round/>
            </a:ln>
          </a:right>
          <a:top>
            <a:ln w="12700" cap="flat">
              <a:solidFill>
                <a:srgbClr val="1D1D1A"/>
              </a:solidFill>
              <a:prstDash val="solid"/>
              <a:round/>
            </a:ln>
          </a:top>
          <a:bottom>
            <a:ln w="127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solidFill>
                <a:srgbClr val="1D1D1A"/>
              </a:solidFill>
              <a:prstDash val="solid"/>
              <a:round/>
            </a:ln>
          </a:insideH>
          <a:insideV>
            <a:ln w="12700" cap="flat">
              <a:solidFill>
                <a:srgbClr val="1D1D1A"/>
              </a:solidFill>
              <a:prstDash val="solid"/>
              <a:round/>
            </a:ln>
          </a:insideV>
        </a:tcBdr>
        <a:fill>
          <a:solidFill>
            <a:srgbClr val="1D1D1A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solidFill>
                <a:srgbClr val="1D1D1A"/>
              </a:solidFill>
              <a:prstDash val="solid"/>
              <a:round/>
            </a:ln>
          </a:left>
          <a:right>
            <a:ln w="12700" cap="flat">
              <a:solidFill>
                <a:srgbClr val="1D1D1A"/>
              </a:solidFill>
              <a:prstDash val="solid"/>
              <a:round/>
            </a:ln>
          </a:right>
          <a:top>
            <a:ln w="50800" cap="flat">
              <a:solidFill>
                <a:srgbClr val="1D1D1A"/>
              </a:solidFill>
              <a:prstDash val="solid"/>
              <a:round/>
            </a:ln>
          </a:top>
          <a:bottom>
            <a:ln w="127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solidFill>
                <a:srgbClr val="1D1D1A"/>
              </a:solidFill>
              <a:prstDash val="solid"/>
              <a:round/>
            </a:ln>
          </a:insideH>
          <a:insideV>
            <a:ln w="12700" cap="flat">
              <a:solidFill>
                <a:srgbClr val="1D1D1A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1D1D1A"/>
      </a:tcTxStyle>
      <a:tcStyle>
        <a:tcBdr>
          <a:left>
            <a:ln w="12700" cap="flat">
              <a:solidFill>
                <a:srgbClr val="1D1D1A"/>
              </a:solidFill>
              <a:prstDash val="solid"/>
              <a:round/>
            </a:ln>
          </a:left>
          <a:right>
            <a:ln w="12700" cap="flat">
              <a:solidFill>
                <a:srgbClr val="1D1D1A"/>
              </a:solidFill>
              <a:prstDash val="solid"/>
              <a:round/>
            </a:ln>
          </a:right>
          <a:top>
            <a:ln w="12700" cap="flat">
              <a:solidFill>
                <a:srgbClr val="1D1D1A"/>
              </a:solidFill>
              <a:prstDash val="solid"/>
              <a:round/>
            </a:ln>
          </a:top>
          <a:bottom>
            <a:ln w="25400" cap="flat">
              <a:solidFill>
                <a:srgbClr val="1D1D1A"/>
              </a:solidFill>
              <a:prstDash val="solid"/>
              <a:round/>
            </a:ln>
          </a:bottom>
          <a:insideH>
            <a:ln w="12700" cap="flat">
              <a:solidFill>
                <a:srgbClr val="1D1D1A"/>
              </a:solidFill>
              <a:prstDash val="solid"/>
              <a:round/>
            </a:ln>
          </a:insideH>
          <a:insideV>
            <a:ln w="12700" cap="flat">
              <a:solidFill>
                <a:srgbClr val="1D1D1A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" name="Shape 6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219200" latinLnBrk="0">
      <a:defRPr sz="1600">
        <a:latin typeface="+mj-lt"/>
        <a:ea typeface="+mj-ea"/>
        <a:cs typeface="+mj-cs"/>
        <a:sym typeface="Calibri"/>
      </a:defRPr>
    </a:lvl1pPr>
    <a:lvl2pPr indent="228600" defTabSz="1219200" latinLnBrk="0">
      <a:defRPr sz="1600">
        <a:latin typeface="+mj-lt"/>
        <a:ea typeface="+mj-ea"/>
        <a:cs typeface="+mj-cs"/>
        <a:sym typeface="Calibri"/>
      </a:defRPr>
    </a:lvl2pPr>
    <a:lvl3pPr indent="457200" defTabSz="1219200" latinLnBrk="0">
      <a:defRPr sz="1600">
        <a:latin typeface="+mj-lt"/>
        <a:ea typeface="+mj-ea"/>
        <a:cs typeface="+mj-cs"/>
        <a:sym typeface="Calibri"/>
      </a:defRPr>
    </a:lvl3pPr>
    <a:lvl4pPr indent="685800" defTabSz="1219200" latinLnBrk="0">
      <a:defRPr sz="1600">
        <a:latin typeface="+mj-lt"/>
        <a:ea typeface="+mj-ea"/>
        <a:cs typeface="+mj-cs"/>
        <a:sym typeface="Calibri"/>
      </a:defRPr>
    </a:lvl4pPr>
    <a:lvl5pPr indent="914400" defTabSz="1219200" latinLnBrk="0">
      <a:defRPr sz="1600">
        <a:latin typeface="+mj-lt"/>
        <a:ea typeface="+mj-ea"/>
        <a:cs typeface="+mj-cs"/>
        <a:sym typeface="Calibri"/>
      </a:defRPr>
    </a:lvl5pPr>
    <a:lvl6pPr indent="1143000" defTabSz="1219200" latinLnBrk="0">
      <a:defRPr sz="1600">
        <a:latin typeface="+mj-lt"/>
        <a:ea typeface="+mj-ea"/>
        <a:cs typeface="+mj-cs"/>
        <a:sym typeface="Calibri"/>
      </a:defRPr>
    </a:lvl6pPr>
    <a:lvl7pPr indent="1371600" defTabSz="1219200" latinLnBrk="0">
      <a:defRPr sz="1600">
        <a:latin typeface="+mj-lt"/>
        <a:ea typeface="+mj-ea"/>
        <a:cs typeface="+mj-cs"/>
        <a:sym typeface="Calibri"/>
      </a:defRPr>
    </a:lvl7pPr>
    <a:lvl8pPr indent="1600200" defTabSz="1219200" latinLnBrk="0">
      <a:defRPr sz="1600">
        <a:latin typeface="+mj-lt"/>
        <a:ea typeface="+mj-ea"/>
        <a:cs typeface="+mj-cs"/>
        <a:sym typeface="Calibri"/>
      </a:defRPr>
    </a:lvl8pPr>
    <a:lvl9pPr indent="1828800" defTabSz="1219200" latinLnBrk="0">
      <a:defRPr sz="16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3" descr="图片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07278" y="5970030"/>
            <a:ext cx="2255477" cy="4935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片 3" descr="图片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" y="0"/>
            <a:ext cx="12196764" cy="5602266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L 形 6"/>
          <p:cNvSpPr/>
          <p:nvPr/>
        </p:nvSpPr>
        <p:spPr>
          <a:xfrm rot="5400000">
            <a:off x="7853942" y="2130562"/>
            <a:ext cx="701033" cy="7179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658" y="0"/>
                </a:lnTo>
                <a:lnTo>
                  <a:pt x="658" y="20916"/>
                </a:lnTo>
                <a:lnTo>
                  <a:pt x="21600" y="20916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7000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900"/>
            </a:pPr>
          </a:p>
        </p:txBody>
      </p:sp>
      <p:sp>
        <p:nvSpPr>
          <p:cNvPr id="14" name="单击此处添加标题"/>
          <p:cNvSpPr txBox="1"/>
          <p:nvPr>
            <p:ph type="title" hasCustomPrompt="1"/>
          </p:nvPr>
        </p:nvSpPr>
        <p:spPr>
          <a:xfrm>
            <a:off x="898995" y="907092"/>
            <a:ext cx="6559810" cy="690256"/>
          </a:xfrm>
          <a:prstGeom prst="rect">
            <a:avLst/>
          </a:prstGeom>
        </p:spPr>
        <p:txBody>
          <a:bodyPr lIns="0" tIns="0" rIns="0" bIns="0" anchor="t">
            <a:normAutofit fontScale="100000" lnSpcReduction="0"/>
          </a:bodyPr>
          <a:lstStyle/>
          <a:p>
            <a:pPr/>
            <a:r>
              <a:t>单击此处添加标题</a:t>
            </a:r>
          </a:p>
        </p:txBody>
      </p:sp>
      <p:sp>
        <p:nvSpPr>
          <p:cNvPr id="15" name="正文级别 1…"/>
          <p:cNvSpPr txBox="1"/>
          <p:nvPr>
            <p:ph type="body" sz="quarter" idx="1" hasCustomPrompt="1"/>
          </p:nvPr>
        </p:nvSpPr>
        <p:spPr>
          <a:xfrm>
            <a:off x="929260" y="1949371"/>
            <a:ext cx="6535843" cy="643927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1400">
                <a:solidFill>
                  <a:srgbClr val="1D1D1A"/>
                </a:solidFill>
              </a:defRPr>
            </a:lvl1pPr>
            <a:lvl2pPr>
              <a:defRPr sz="1400">
                <a:solidFill>
                  <a:srgbClr val="1D1D1A"/>
                </a:solidFill>
              </a:defRPr>
            </a:lvl2pPr>
            <a:lvl3pPr>
              <a:defRPr sz="1400">
                <a:solidFill>
                  <a:srgbClr val="1D1D1A"/>
                </a:solidFill>
              </a:defRPr>
            </a:lvl3pPr>
            <a:lvl4pPr>
              <a:defRPr sz="1400">
                <a:solidFill>
                  <a:srgbClr val="1D1D1A"/>
                </a:solidFill>
              </a:defRPr>
            </a:lvl4pPr>
            <a:lvl5pPr>
              <a:defRPr sz="1400">
                <a:solidFill>
                  <a:srgbClr val="1D1D1A"/>
                </a:solidFill>
              </a:defRPr>
            </a:lvl5pPr>
          </a:lstStyle>
          <a:p>
            <a:pPr/>
            <a:r>
              <a:t>单击此处添加文本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6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719" tIns="45719" rIns="45719" bIns="45719" anchor="ctr"/>
          <a:lstStyle>
            <a:lvl1pPr algn="r" defTabSz="914400">
              <a:defRPr sz="1200">
                <a:solidFill>
                  <a:srgbClr val="1D1D1A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56"/>
          <p:cNvSpPr txBox="1"/>
          <p:nvPr/>
        </p:nvSpPr>
        <p:spPr>
          <a:xfrm>
            <a:off x="-5956" y="6577014"/>
            <a:ext cx="479965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200">
                <a:latin typeface="FrutigerNext LT Medium"/>
                <a:ea typeface="FrutigerNext LT Medium"/>
                <a:cs typeface="FrutigerNext LT Medium"/>
                <a:sym typeface="FrutigerNext LT Medium"/>
              </a:defRPr>
            </a:lvl1pPr>
          </a:lstStyle>
          <a:p>
            <a:pPr/>
            <a:r>
              <a:t>‹#›</a:t>
            </a:r>
          </a:p>
        </p:txBody>
      </p:sp>
      <p:sp>
        <p:nvSpPr>
          <p:cNvPr id="24" name="正文级别 1…"/>
          <p:cNvSpPr txBox="1"/>
          <p:nvPr>
            <p:ph type="body" sz="half" idx="1"/>
          </p:nvPr>
        </p:nvSpPr>
        <p:spPr>
          <a:xfrm>
            <a:off x="1020331" y="1553765"/>
            <a:ext cx="4716720" cy="5304236"/>
          </a:xfrm>
          <a:prstGeom prst="rect">
            <a:avLst/>
          </a:prstGeom>
        </p:spPr>
        <p:txBody>
          <a:bodyPr lIns="45719" tIns="45719" rIns="45719" bIns="45719">
            <a:normAutofit fontScale="100000" lnSpcReduction="0"/>
          </a:bodyPr>
          <a:lstStyle>
            <a:lvl1pPr marL="297179" indent="-297179" defTabSz="1188085">
              <a:lnSpc>
                <a:spcPct val="90000"/>
              </a:lnSpc>
              <a:spcBef>
                <a:spcPts val="1300"/>
              </a:spcBef>
              <a:buSzPct val="100000"/>
              <a:buFont typeface="Arial"/>
              <a:buChar char="•"/>
              <a:defRPr sz="800">
                <a:solidFill>
                  <a:srgbClr val="404040"/>
                </a:solidFill>
                <a:latin typeface="FrutigerNext LT Medium"/>
                <a:ea typeface="FrutigerNext LT Medium"/>
                <a:cs typeface="FrutigerNext LT Medium"/>
                <a:sym typeface="FrutigerNext LT Medium"/>
              </a:defRPr>
            </a:lvl1pPr>
            <a:lvl2pPr marL="670416" indent="-76691" defTabSz="1188085">
              <a:lnSpc>
                <a:spcPct val="90000"/>
              </a:lnSpc>
              <a:spcBef>
                <a:spcPts val="1300"/>
              </a:spcBef>
              <a:buSzPct val="100000"/>
              <a:buFont typeface="Arial"/>
              <a:buChar char="•"/>
              <a:defRPr sz="800">
                <a:solidFill>
                  <a:srgbClr val="404040"/>
                </a:solidFill>
                <a:latin typeface="FrutigerNext LT Medium"/>
                <a:ea typeface="FrutigerNext LT Medium"/>
                <a:cs typeface="FrutigerNext LT Medium"/>
                <a:sym typeface="FrutigerNext LT Medium"/>
              </a:defRPr>
            </a:lvl2pPr>
            <a:lvl3pPr marL="1278889" indent="-91439" defTabSz="1188085">
              <a:lnSpc>
                <a:spcPct val="90000"/>
              </a:lnSpc>
              <a:spcBef>
                <a:spcPts val="1300"/>
              </a:spcBef>
              <a:buSzPct val="100000"/>
              <a:buFont typeface="Arial"/>
              <a:buChar char="•"/>
              <a:defRPr sz="800">
                <a:solidFill>
                  <a:srgbClr val="404040"/>
                </a:solidFill>
                <a:latin typeface="FrutigerNext LT Medium"/>
                <a:ea typeface="FrutigerNext LT Medium"/>
                <a:cs typeface="FrutigerNext LT Medium"/>
                <a:sym typeface="FrutigerNext LT Medium"/>
              </a:defRPr>
            </a:lvl3pPr>
            <a:lvl4pPr marL="1884541" indent="-103366" defTabSz="1188085">
              <a:lnSpc>
                <a:spcPct val="90000"/>
              </a:lnSpc>
              <a:spcBef>
                <a:spcPts val="1300"/>
              </a:spcBef>
              <a:buSzPct val="100000"/>
              <a:buFont typeface="Arial"/>
              <a:buChar char="•"/>
              <a:defRPr sz="800">
                <a:solidFill>
                  <a:srgbClr val="404040"/>
                </a:solidFill>
                <a:latin typeface="FrutigerNext LT Medium"/>
                <a:ea typeface="FrutigerNext LT Medium"/>
                <a:cs typeface="FrutigerNext LT Medium"/>
                <a:sym typeface="FrutigerNext LT Medium"/>
              </a:defRPr>
            </a:lvl4pPr>
            <a:lvl5pPr marL="2478901" indent="-103366" defTabSz="1188085">
              <a:lnSpc>
                <a:spcPct val="90000"/>
              </a:lnSpc>
              <a:spcBef>
                <a:spcPts val="1300"/>
              </a:spcBef>
              <a:buSzPct val="100000"/>
              <a:buFont typeface="Arial"/>
              <a:buChar char="•"/>
              <a:defRPr sz="800">
                <a:solidFill>
                  <a:srgbClr val="404040"/>
                </a:solidFill>
                <a:latin typeface="FrutigerNext LT Medium"/>
                <a:ea typeface="FrutigerNext LT Medium"/>
                <a:cs typeface="FrutigerNext LT Medium"/>
                <a:sym typeface="FrutigerNext LT Medium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719" tIns="45719" rIns="45719" bIns="45719" anchor="ctr"/>
          <a:lstStyle>
            <a:lvl1pPr algn="r" defTabSz="914400">
              <a:defRPr sz="1200">
                <a:solidFill>
                  <a:srgbClr val="1D1D1A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2"/>
          <p:cNvSpPr txBox="1"/>
          <p:nvPr/>
        </p:nvSpPr>
        <p:spPr>
          <a:xfrm>
            <a:off x="1141186" y="6356939"/>
            <a:ext cx="1372028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D1D1B"/>
                </a:solidFill>
              </a:defRPr>
            </a:lvl1pPr>
          </a:lstStyle>
          <a:p>
            <a:pPr/>
            <a:r>
              <a:t>Huawei Confidential</a:t>
            </a:r>
          </a:p>
        </p:txBody>
      </p:sp>
      <p:sp>
        <p:nvSpPr>
          <p:cNvPr id="4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1" name="图片 1" descr="图片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96331" y="6321130"/>
            <a:ext cx="1268408" cy="277547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TextBox 3"/>
          <p:cNvSpPr txBox="1"/>
          <p:nvPr/>
        </p:nvSpPr>
        <p:spPr>
          <a:xfrm>
            <a:off x="653206" y="1402064"/>
            <a:ext cx="3829594" cy="706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Thank you.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1"/>
          <p:cNvSpPr txBox="1"/>
          <p:nvPr/>
        </p:nvSpPr>
        <p:spPr>
          <a:xfrm>
            <a:off x="7979357" y="2794960"/>
            <a:ext cx="3225169" cy="202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000"/>
              </a:lnSpc>
              <a:spcBef>
                <a:spcPts val="1000"/>
              </a:spcBef>
              <a:defRPr b="1" sz="800">
                <a:solidFill>
                  <a:srgbClr val="1D1D1B"/>
                </a:solidFill>
              </a:defRPr>
            </a:pPr>
            <a:r>
              <a:t>Copyright©2018 Huawei Technologies Co., Ltd.</a:t>
            </a:r>
            <a:br/>
            <a:r>
              <a:t>All Rights Reserved.</a:t>
            </a:r>
            <a:br/>
            <a:br/>
            <a:r>
              <a:rPr b="0"/>
              <a:t>The information in this document may contain predictive </a:t>
            </a:r>
            <a:br>
              <a:rPr b="0"/>
            </a:br>
            <a:r>
              <a:rPr b="0"/>
              <a:t>statements including, without limitation, statements regarding </a:t>
            </a:r>
            <a:br>
              <a:rPr b="0"/>
            </a:br>
            <a:r>
              <a:rPr b="0"/>
              <a:t>the future financial and operating results, future product </a:t>
            </a:r>
            <a:br>
              <a:rPr b="0"/>
            </a:br>
            <a:r>
              <a:rPr b="0"/>
              <a:t>portfolio, new technology, etc. There are a number of factors that </a:t>
            </a:r>
            <a:br>
              <a:rPr b="0"/>
            </a:br>
            <a:r>
              <a:rPr b="0"/>
              <a:t>could cause actual results and developments to differ materially </a:t>
            </a:r>
            <a:br>
              <a:rPr b="0"/>
            </a:br>
            <a:r>
              <a:rPr b="0"/>
              <a:t>from those expressed or implied in the predictive statements. </a:t>
            </a:r>
            <a:br>
              <a:rPr b="0"/>
            </a:br>
            <a:r>
              <a:rPr b="0"/>
              <a:t>Therefore, such information is provided for reference purpose </a:t>
            </a:r>
            <a:br>
              <a:rPr b="0"/>
            </a:br>
            <a:r>
              <a:rPr b="0"/>
              <a:t>only and constitutes neither an offer nor an acceptance. Huawei </a:t>
            </a:r>
            <a:br>
              <a:rPr b="0"/>
            </a:br>
            <a:r>
              <a:rPr b="0"/>
              <a:t>may change the information at any time without notice. </a:t>
            </a:r>
          </a:p>
        </p:txBody>
      </p:sp>
      <p:sp>
        <p:nvSpPr>
          <p:cNvPr id="50" name="Subtitle 6"/>
          <p:cNvSpPr txBox="1"/>
          <p:nvPr/>
        </p:nvSpPr>
        <p:spPr>
          <a:xfrm>
            <a:off x="7987276" y="1631849"/>
            <a:ext cx="3477701" cy="491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ts val="1600"/>
              </a:lnSpc>
              <a:defRPr sz="1300">
                <a:solidFill>
                  <a:srgbClr val="1D1D1B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把数字世界带入每个人、每个家庭、</a:t>
            </a:r>
            <a:br/>
            <a:r>
              <a:t>每个组织，构建万物互联的智能世界。</a:t>
            </a:r>
          </a:p>
        </p:txBody>
      </p:sp>
      <p:sp>
        <p:nvSpPr>
          <p:cNvPr id="51" name="Subtitle 6"/>
          <p:cNvSpPr txBox="1"/>
          <p:nvPr/>
        </p:nvSpPr>
        <p:spPr>
          <a:xfrm>
            <a:off x="7977671" y="2106123"/>
            <a:ext cx="3481833" cy="459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00"/>
              </a:lnSpc>
              <a:spcBef>
                <a:spcPts val="1000"/>
              </a:spcBef>
              <a:defRPr sz="1200">
                <a:solidFill>
                  <a:srgbClr val="1D1D1B"/>
                </a:solidFill>
              </a:defRPr>
            </a:pPr>
            <a:r>
              <a:t>Bring digital to every person, home, and </a:t>
            </a:r>
            <a:br/>
            <a:r>
              <a:t>organization for a fully connected, </a:t>
            </a:r>
            <a:br/>
            <a:r>
              <a:t>intelligent world.</a:t>
            </a:r>
          </a:p>
        </p:txBody>
      </p:sp>
      <p:pic>
        <p:nvPicPr>
          <p:cNvPr id="52" name="图片 2" descr="图片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75989" y="5237636"/>
            <a:ext cx="1868615" cy="408881"/>
          </a:xfrm>
          <a:prstGeom prst="rect">
            <a:avLst/>
          </a:prstGeom>
          <a:ln w="12700">
            <a:miter lim="400000"/>
          </a:ln>
        </p:spPr>
      </p:pic>
      <p:sp>
        <p:nvSpPr>
          <p:cNvPr id="53" name="TextBox 3"/>
          <p:cNvSpPr txBox="1"/>
          <p:nvPr/>
        </p:nvSpPr>
        <p:spPr>
          <a:xfrm>
            <a:off x="653206" y="1402064"/>
            <a:ext cx="3829594" cy="769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/>
            </a:lvl1pPr>
          </a:lstStyle>
          <a:p>
            <a:pPr/>
            <a:r>
              <a:t>Thank you.</a:t>
            </a:r>
          </a:p>
        </p:txBody>
      </p:sp>
      <p:sp>
        <p:nvSpPr>
          <p:cNvPr id="54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lIns="45719" tIns="45719" rIns="45719" bIns="45719" anchor="ctr"/>
          <a:lstStyle>
            <a:lvl1pPr algn="r" defTabSz="914400">
              <a:defRPr sz="1200">
                <a:solidFill>
                  <a:srgbClr val="1D1D1A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734131" y="6402806"/>
            <a:ext cx="139837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defTabSz="890905">
              <a:defRPr sz="900">
                <a:solidFill>
                  <a:srgbClr val="1D1D1B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ts val="3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1D1D1A"/>
          </a:solidFill>
          <a:uFillTx/>
          <a:latin typeface="微软雅黑"/>
          <a:ea typeface="微软雅黑"/>
          <a:cs typeface="微软雅黑"/>
          <a:sym typeface="微软雅黑"/>
        </a:defRPr>
      </a:lvl1pPr>
      <a:lvl2pPr marL="0" marR="0" indent="0" algn="l" defTabSz="914400" rtl="0" latinLnBrk="0">
        <a:lnSpc>
          <a:spcPts val="3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1D1D1A"/>
          </a:solidFill>
          <a:uFillTx/>
          <a:latin typeface="微软雅黑"/>
          <a:ea typeface="微软雅黑"/>
          <a:cs typeface="微软雅黑"/>
          <a:sym typeface="微软雅黑"/>
        </a:defRPr>
      </a:lvl2pPr>
      <a:lvl3pPr marL="0" marR="0" indent="0" algn="l" defTabSz="914400" rtl="0" latinLnBrk="0">
        <a:lnSpc>
          <a:spcPts val="3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1D1D1A"/>
          </a:solidFill>
          <a:uFillTx/>
          <a:latin typeface="微软雅黑"/>
          <a:ea typeface="微软雅黑"/>
          <a:cs typeface="微软雅黑"/>
          <a:sym typeface="微软雅黑"/>
        </a:defRPr>
      </a:lvl3pPr>
      <a:lvl4pPr marL="0" marR="0" indent="0" algn="l" defTabSz="914400" rtl="0" latinLnBrk="0">
        <a:lnSpc>
          <a:spcPts val="3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1D1D1A"/>
          </a:solidFill>
          <a:uFillTx/>
          <a:latin typeface="微软雅黑"/>
          <a:ea typeface="微软雅黑"/>
          <a:cs typeface="微软雅黑"/>
          <a:sym typeface="微软雅黑"/>
        </a:defRPr>
      </a:lvl4pPr>
      <a:lvl5pPr marL="0" marR="0" indent="0" algn="l" defTabSz="914400" rtl="0" latinLnBrk="0">
        <a:lnSpc>
          <a:spcPts val="3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1D1D1A"/>
          </a:solidFill>
          <a:uFillTx/>
          <a:latin typeface="微软雅黑"/>
          <a:ea typeface="微软雅黑"/>
          <a:cs typeface="微软雅黑"/>
          <a:sym typeface="微软雅黑"/>
        </a:defRPr>
      </a:lvl5pPr>
      <a:lvl6pPr marL="0" marR="0" indent="0" algn="l" defTabSz="914400" rtl="0" latinLnBrk="0">
        <a:lnSpc>
          <a:spcPts val="3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1D1D1A"/>
          </a:solidFill>
          <a:uFillTx/>
          <a:latin typeface="微软雅黑"/>
          <a:ea typeface="微软雅黑"/>
          <a:cs typeface="微软雅黑"/>
          <a:sym typeface="微软雅黑"/>
        </a:defRPr>
      </a:lvl6pPr>
      <a:lvl7pPr marL="0" marR="0" indent="0" algn="l" defTabSz="914400" rtl="0" latinLnBrk="0">
        <a:lnSpc>
          <a:spcPts val="3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1D1D1A"/>
          </a:solidFill>
          <a:uFillTx/>
          <a:latin typeface="微软雅黑"/>
          <a:ea typeface="微软雅黑"/>
          <a:cs typeface="微软雅黑"/>
          <a:sym typeface="微软雅黑"/>
        </a:defRPr>
      </a:lvl7pPr>
      <a:lvl8pPr marL="0" marR="0" indent="0" algn="l" defTabSz="914400" rtl="0" latinLnBrk="0">
        <a:lnSpc>
          <a:spcPts val="3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1D1D1A"/>
          </a:solidFill>
          <a:uFillTx/>
          <a:latin typeface="微软雅黑"/>
          <a:ea typeface="微软雅黑"/>
          <a:cs typeface="微软雅黑"/>
          <a:sym typeface="微软雅黑"/>
        </a:defRPr>
      </a:lvl8pPr>
      <a:lvl9pPr marL="0" marR="0" indent="0" algn="l" defTabSz="914400" rtl="0" latinLnBrk="0">
        <a:lnSpc>
          <a:spcPts val="3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1D1D1A"/>
          </a:solidFill>
          <a:uFillTx/>
          <a:latin typeface="微软雅黑"/>
          <a:ea typeface="微软雅黑"/>
          <a:cs typeface="微软雅黑"/>
          <a:sym typeface="微软雅黑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rgbClr val="1D1D1B"/>
          </a:solidFill>
          <a:uFillTx/>
          <a:latin typeface="Arial"/>
          <a:ea typeface="Arial"/>
          <a:cs typeface="Arial"/>
          <a:sym typeface="Arial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rgbClr val="1D1D1B"/>
          </a:solidFill>
          <a:uFillTx/>
          <a:latin typeface="Arial"/>
          <a:ea typeface="Arial"/>
          <a:cs typeface="Arial"/>
          <a:sym typeface="Arial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rgbClr val="1D1D1B"/>
          </a:solidFill>
          <a:uFillTx/>
          <a:latin typeface="Arial"/>
          <a:ea typeface="Arial"/>
          <a:cs typeface="Arial"/>
          <a:sym typeface="Arial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rgbClr val="1D1D1B"/>
          </a:solidFill>
          <a:uFillTx/>
          <a:latin typeface="Arial"/>
          <a:ea typeface="Arial"/>
          <a:cs typeface="Arial"/>
          <a:sym typeface="Arial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rgbClr val="1D1D1B"/>
          </a:solidFill>
          <a:uFillTx/>
          <a:latin typeface="Arial"/>
          <a:ea typeface="Arial"/>
          <a:cs typeface="Arial"/>
          <a:sym typeface="Arial"/>
        </a:defRPr>
      </a:lvl5pPr>
      <a:lvl6pPr marL="2413000" marR="0" indent="-127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000" u="none">
          <a:solidFill>
            <a:srgbClr val="1D1D1B"/>
          </a:solidFill>
          <a:uFillTx/>
          <a:latin typeface="Arial"/>
          <a:ea typeface="Arial"/>
          <a:cs typeface="Arial"/>
          <a:sym typeface="Arial"/>
        </a:defRPr>
      </a:lvl6pPr>
      <a:lvl7pPr marL="2870200" marR="0" indent="-127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000" u="none">
          <a:solidFill>
            <a:srgbClr val="1D1D1B"/>
          </a:solidFill>
          <a:uFillTx/>
          <a:latin typeface="Arial"/>
          <a:ea typeface="Arial"/>
          <a:cs typeface="Arial"/>
          <a:sym typeface="Arial"/>
        </a:defRPr>
      </a:lvl7pPr>
      <a:lvl8pPr marL="3327400" marR="0" indent="-127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000" u="none">
          <a:solidFill>
            <a:srgbClr val="1D1D1B"/>
          </a:solidFill>
          <a:uFillTx/>
          <a:latin typeface="Arial"/>
          <a:ea typeface="Arial"/>
          <a:cs typeface="Arial"/>
          <a:sym typeface="Arial"/>
        </a:defRPr>
      </a:lvl8pPr>
      <a:lvl9pPr marL="3784600" marR="0" indent="-127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000" u="none">
          <a:solidFill>
            <a:srgbClr val="1D1D1B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l" defTabSz="8909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8909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8909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8909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8909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8909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8909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8909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8909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标题 9"/>
          <p:cNvSpPr txBox="1"/>
          <p:nvPr>
            <p:ph type="ctrTitle"/>
          </p:nvPr>
        </p:nvSpPr>
        <p:spPr>
          <a:xfrm>
            <a:off x="898996" y="907092"/>
            <a:ext cx="10204433" cy="690256"/>
          </a:xfrm>
          <a:prstGeom prst="rect">
            <a:avLst/>
          </a:prstGeom>
        </p:spPr>
        <p:txBody>
          <a:bodyPr/>
          <a:lstStyle/>
          <a:p>
            <a:pPr defTabSz="722376">
              <a:lnSpc>
                <a:spcPts val="2600"/>
              </a:lnSpc>
              <a:defRPr sz="2212"/>
            </a:pPr>
            <a:r>
              <a:t>整合分发</a:t>
            </a:r>
            <a:r>
              <a:t>-</a:t>
            </a:r>
            <a:r>
              <a:t>社交</a:t>
            </a:r>
            <a:r>
              <a:t>/</a:t>
            </a:r>
            <a:r>
              <a:t>视频</a:t>
            </a:r>
            <a:r>
              <a:t>/</a:t>
            </a:r>
            <a:r>
              <a:t>论坛类平台</a:t>
            </a:r>
            <a:br/>
          </a:p>
        </p:txBody>
      </p:sp>
      <p:sp>
        <p:nvSpPr>
          <p:cNvPr id="64" name="Text Placeholder 7"/>
          <p:cNvSpPr txBox="1"/>
          <p:nvPr>
            <p:ph type="subTitle" sz="quarter" idx="1"/>
          </p:nvPr>
        </p:nvSpPr>
        <p:spPr>
          <a:xfrm>
            <a:off x="929259" y="1949371"/>
            <a:ext cx="6535844" cy="643927"/>
          </a:xfrm>
          <a:prstGeom prst="rect">
            <a:avLst/>
          </a:prstGeom>
        </p:spPr>
        <p:txBody>
          <a:bodyPr/>
          <a:lstStyle/>
          <a:p>
            <a:pPr/>
            <a:r>
              <a:rPr>
                <a:latin typeface="微软雅黑"/>
                <a:ea typeface="微软雅黑"/>
                <a:cs typeface="微软雅黑"/>
                <a:sym typeface="微软雅黑"/>
              </a:rPr>
              <a:t>供应商：</a:t>
            </a:r>
          </a:p>
          <a:p>
            <a:pPr/>
            <a:r>
              <a:rPr>
                <a:latin typeface="微软雅黑"/>
                <a:ea typeface="微软雅黑"/>
                <a:cs typeface="微软雅黑"/>
                <a:sym typeface="微软雅黑"/>
              </a:rPr>
              <a:t>日期：</a:t>
            </a:r>
          </a:p>
        </p:txBody>
      </p:sp>
      <p:sp>
        <p:nvSpPr>
          <p:cNvPr id="65" name="Text Placeholder 3"/>
          <p:cNvSpPr txBox="1"/>
          <p:nvPr/>
        </p:nvSpPr>
        <p:spPr>
          <a:xfrm>
            <a:off x="948808" y="6264111"/>
            <a:ext cx="2606870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/>
            </a:lvl1pPr>
          </a:lstStyle>
          <a:p>
            <a:pPr/>
            <a:r>
              <a:t>Security Level: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74"/>
          <p:cNvSpPr/>
          <p:nvPr/>
        </p:nvSpPr>
        <p:spPr>
          <a:xfrm>
            <a:off x="359219" y="1048214"/>
            <a:ext cx="10087789" cy="111515"/>
          </a:xfrm>
          <a:prstGeom prst="rect">
            <a:avLst/>
          </a:prstGeom>
          <a:solidFill>
            <a:srgbClr val="C00000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0000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" name="Shape 75"/>
          <p:cNvSpPr txBox="1"/>
          <p:nvPr/>
        </p:nvSpPr>
        <p:spPr>
          <a:xfrm>
            <a:off x="571091" y="524994"/>
            <a:ext cx="1018537" cy="408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数据列表</a:t>
            </a:r>
          </a:p>
        </p:txBody>
      </p:sp>
      <p:sp>
        <p:nvSpPr>
          <p:cNvPr id="69" name="Shape 67"/>
          <p:cNvSpPr txBox="1"/>
          <p:nvPr/>
        </p:nvSpPr>
        <p:spPr>
          <a:xfrm>
            <a:off x="571091" y="1252999"/>
            <a:ext cx="10213848" cy="510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50000"/>
              </a:lnSpc>
              <a:defRPr b="1" sz="24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此处截图框架中对应的报价条目</a:t>
            </a:r>
          </a:p>
        </p:txBody>
      </p:sp>
      <p:grpSp>
        <p:nvGrpSpPr>
          <p:cNvPr id="72" name="矩形 2"/>
          <p:cNvGrpSpPr/>
          <p:nvPr/>
        </p:nvGrpSpPr>
        <p:grpSpPr>
          <a:xfrm>
            <a:off x="3714750" y="2985770"/>
            <a:ext cx="5907405" cy="998856"/>
            <a:chOff x="0" y="0"/>
            <a:chExt cx="5907404" cy="998855"/>
          </a:xfrm>
        </p:grpSpPr>
        <p:sp>
          <p:nvSpPr>
            <p:cNvPr id="70" name="矩形"/>
            <p:cNvSpPr/>
            <p:nvPr/>
          </p:nvSpPr>
          <p:spPr>
            <a:xfrm>
              <a:off x="0" y="-1"/>
              <a:ext cx="5907405" cy="998857"/>
            </a:xfrm>
            <a:prstGeom prst="rect">
              <a:avLst/>
            </a:pr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71" name="空着这页"/>
            <p:cNvSpPr txBox="1"/>
            <p:nvPr/>
          </p:nvSpPr>
          <p:spPr>
            <a:xfrm>
              <a:off x="45720" y="294957"/>
              <a:ext cx="5815965" cy="408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pPr>
                <a:defRPr>
                  <a:latin typeface="+mj-lt"/>
                  <a:ea typeface="+mj-ea"/>
                  <a:cs typeface="+mj-cs"/>
                  <a:sym typeface="Calibri"/>
                </a:defRPr>
              </a:pPr>
              <a:r>
                <a:rPr>
                  <a:latin typeface="+mn-lt"/>
                  <a:ea typeface="+mn-ea"/>
                  <a:cs typeface="+mn-cs"/>
                  <a:sym typeface="Helvetica"/>
                </a:rPr>
                <a:t>空着这页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/>
        </p:nvSpPr>
        <p:spPr>
          <a:xfrm>
            <a:off x="359219" y="1048214"/>
            <a:ext cx="10087789" cy="111515"/>
          </a:xfrm>
          <a:prstGeom prst="rect">
            <a:avLst/>
          </a:prstGeom>
          <a:solidFill>
            <a:srgbClr val="C00000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0000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5" name="Shape 75"/>
          <p:cNvSpPr txBox="1"/>
          <p:nvPr/>
        </p:nvSpPr>
        <p:spPr>
          <a:xfrm>
            <a:off x="571091" y="524994"/>
            <a:ext cx="1018537" cy="408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传播概述</a:t>
            </a:r>
          </a:p>
        </p:txBody>
      </p:sp>
      <p:sp>
        <p:nvSpPr>
          <p:cNvPr id="76" name="Shape 67"/>
          <p:cNvSpPr txBox="1"/>
          <p:nvPr/>
        </p:nvSpPr>
        <p:spPr>
          <a:xfrm>
            <a:off x="296188" y="1185962"/>
            <a:ext cx="10213848" cy="510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50000"/>
              </a:lnSpc>
              <a:defRPr b="1" sz="24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整合分发</a:t>
            </a:r>
            <a:r>
              <a:t>-</a:t>
            </a:r>
            <a:r>
              <a:t>社交</a:t>
            </a:r>
            <a:r>
              <a:t>/</a:t>
            </a:r>
            <a:r>
              <a:t>视频</a:t>
            </a:r>
            <a:r>
              <a:t>/</a:t>
            </a:r>
            <a:r>
              <a:t>论坛类平台*</a:t>
            </a:r>
            <a:r>
              <a:t>250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Title Slide">
  <a:themeElements>
    <a:clrScheme name="1_Title Slide">
      <a:dk1>
        <a:srgbClr val="1D1D1A"/>
      </a:dk1>
      <a:lt1>
        <a:srgbClr val="FFFFFF"/>
      </a:lt1>
      <a:dk2>
        <a:srgbClr val="A7A7A7"/>
      </a:dk2>
      <a:lt2>
        <a:srgbClr val="535353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0000FF"/>
      </a:hlink>
      <a:folHlink>
        <a:srgbClr val="FF00FF"/>
      </a:folHlink>
    </a:clrScheme>
    <a:fontScheme name="1_Title Slid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1_Title Slid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D1D1A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D1D1A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D1D1A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1_Title Slide">
  <a:themeElements>
    <a:clrScheme name="1_Title Slid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0000FF"/>
      </a:hlink>
      <a:folHlink>
        <a:srgbClr val="FF00FF"/>
      </a:folHlink>
    </a:clrScheme>
    <a:fontScheme name="1_Title Slid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1_Title Slid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D1D1A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D1D1A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D1D1A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